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56" r:id="rId5"/>
    <p:sldId id="257" r:id="rId6"/>
    <p:sldId id="294" r:id="rId7"/>
    <p:sldId id="295" r:id="rId8"/>
    <p:sldId id="296" r:id="rId9"/>
    <p:sldId id="297" r:id="rId10"/>
    <p:sldId id="298" r:id="rId11"/>
    <p:sldId id="299" r:id="rId12"/>
    <p:sldId id="300" r:id="rId13"/>
    <p:sldId id="301" r:id="rId14"/>
    <p:sldId id="302" r:id="rId15"/>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E2A31"/>
    <a:srgbClr val="063A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056"/>
    <p:restoredTop sz="85142"/>
  </p:normalViewPr>
  <p:slideViewPr>
    <p:cSldViewPr snapToGrid="0">
      <p:cViewPr>
        <p:scale>
          <a:sx n="124" d="100"/>
          <a:sy n="124" d="100"/>
        </p:scale>
        <p:origin x="616" y="224"/>
      </p:cViewPr>
      <p:guideLst/>
    </p:cSldViewPr>
  </p:slideViewPr>
  <p:notesTextViewPr>
    <p:cViewPr>
      <p:scale>
        <a:sx n="1" d="1"/>
        <a:sy n="1" d="1"/>
      </p:scale>
      <p:origin x="0" y="-1496"/>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a:extLst>
              <a:ext uri="{FF2B5EF4-FFF2-40B4-BE49-F238E27FC236}">
                <a16:creationId xmlns:a16="http://schemas.microsoft.com/office/drawing/2014/main" id="{C865D62C-2940-4C43-504C-E8913C75E17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a:p>
        </p:txBody>
      </p:sp>
      <p:sp>
        <p:nvSpPr>
          <p:cNvPr id="3" name="Plassholder for dato 2">
            <a:extLst>
              <a:ext uri="{FF2B5EF4-FFF2-40B4-BE49-F238E27FC236}">
                <a16:creationId xmlns:a16="http://schemas.microsoft.com/office/drawing/2014/main" id="{AB42C927-5531-5279-D245-9BC9A920656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CE9ED3D-36A1-C64E-867A-F533A2A2D513}" type="datetimeFigureOut">
              <a:rPr lang="nb-NO" smtClean="0"/>
              <a:t>09.02.2026</a:t>
            </a:fld>
            <a:endParaRPr lang="nb-NO"/>
          </a:p>
        </p:txBody>
      </p:sp>
      <p:sp>
        <p:nvSpPr>
          <p:cNvPr id="4" name="Plassholder for bunntekst 3">
            <a:extLst>
              <a:ext uri="{FF2B5EF4-FFF2-40B4-BE49-F238E27FC236}">
                <a16:creationId xmlns:a16="http://schemas.microsoft.com/office/drawing/2014/main" id="{7D88FBD3-E6AB-733E-EF81-2AEFE8673BB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a:p>
        </p:txBody>
      </p:sp>
      <p:sp>
        <p:nvSpPr>
          <p:cNvPr id="5" name="Plassholder for lysbildenummer 4">
            <a:extLst>
              <a:ext uri="{FF2B5EF4-FFF2-40B4-BE49-F238E27FC236}">
                <a16:creationId xmlns:a16="http://schemas.microsoft.com/office/drawing/2014/main" id="{AA53BAA3-6ED3-06AC-DDBA-80FA718F74A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F5C7BDE-83D7-F744-A1B9-6C5DDC38840C}" type="slidenum">
              <a:rPr lang="nb-NO" smtClean="0"/>
              <a:t>‹#›</a:t>
            </a:fld>
            <a:endParaRPr lang="nb-NO"/>
          </a:p>
        </p:txBody>
      </p:sp>
    </p:spTree>
    <p:extLst>
      <p:ext uri="{BB962C8B-B14F-4D97-AF65-F5344CB8AC3E}">
        <p14:creationId xmlns:p14="http://schemas.microsoft.com/office/powerpoint/2010/main" val="4338236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a:p>
        </p:txBody>
      </p:sp>
      <p:sp>
        <p:nvSpPr>
          <p:cNvPr id="3" name="Plassholder for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DAA708-A970-4D46-9B0F-ED91A139B258}" type="datetimeFigureOut">
              <a:rPr lang="nb-NO" smtClean="0"/>
              <a:t>09.02.2026</a:t>
            </a:fld>
            <a:endParaRPr lang="nb-NO"/>
          </a:p>
        </p:txBody>
      </p:sp>
      <p:sp>
        <p:nvSpPr>
          <p:cNvPr id="4" name="Plassholder for lysbil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b-NO"/>
          </a:p>
        </p:txBody>
      </p:sp>
      <p:sp>
        <p:nvSpPr>
          <p:cNvPr id="5" name="Plassholder for nota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6" name="Plassholder for bunn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a:p>
        </p:txBody>
      </p:sp>
      <p:sp>
        <p:nvSpPr>
          <p:cNvPr id="7" name="Plassholder for lysbil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D6FEEC-AD88-4989-B475-7B5D6AD5D5BA}" type="slidenum">
              <a:rPr lang="nb-NO" smtClean="0"/>
              <a:t>‹#›</a:t>
            </a:fld>
            <a:endParaRPr lang="nb-NO"/>
          </a:p>
        </p:txBody>
      </p:sp>
    </p:spTree>
    <p:extLst>
      <p:ext uri="{BB962C8B-B14F-4D97-AF65-F5344CB8AC3E}">
        <p14:creationId xmlns:p14="http://schemas.microsoft.com/office/powerpoint/2010/main" val="904519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NO" dirty="0"/>
              <a:t>Fokuser på CFP, ikke heng deg så mye opp </a:t>
            </a:r>
            <a:r>
              <a:rPr lang="en-GB" dirty="0"/>
              <a:t>I</a:t>
            </a:r>
            <a:r>
              <a:rPr lang="en-NO" dirty="0"/>
              <a:t> selve talken enda. Så lenge du kan forme det til hva det du faktisk ønsker å snakke om senere så er det a-ok.</a:t>
            </a:r>
          </a:p>
          <a:p>
            <a:pPr marL="228600" indent="-228600">
              <a:buAutoNum type="arabicPeriod"/>
            </a:pPr>
            <a:r>
              <a:rPr lang="en-NO" dirty="0"/>
              <a:t>V</a:t>
            </a:r>
            <a:r>
              <a:rPr lang="en-GB" dirty="0"/>
              <a:t>e</a:t>
            </a:r>
            <a:r>
              <a:rPr lang="en-NO" dirty="0"/>
              <a:t>nt og se.</a:t>
            </a:r>
          </a:p>
          <a:p>
            <a:pPr marL="228600" indent="-228600">
              <a:buAutoNum type="arabicPeriod"/>
            </a:pPr>
            <a:r>
              <a:rPr lang="en-NO" dirty="0"/>
              <a:t>Bli stresset når du faktisk må lege presentasjonen.</a:t>
            </a:r>
          </a:p>
          <a:p>
            <a:pPr marL="685800" lvl="1" indent="-228600">
              <a:buAutoNum type="arabicPeriod"/>
            </a:pPr>
            <a:r>
              <a:rPr lang="en-NO" dirty="0"/>
              <a:t>Gjør masse research. Vær sikker på at det du sier er sant. Du ønsker å snakke med autoritet, og det får du ved å dobbeltsjekke alle påstander du gir. Vær kildekritisk.</a:t>
            </a:r>
          </a:p>
          <a:p>
            <a:pPr marL="685800" lvl="1" indent="-228600">
              <a:buAutoNum type="arabicPeriod"/>
            </a:pPr>
            <a:r>
              <a:rPr lang="en-NO" dirty="0"/>
              <a:t>Slidene har 2 aspekter: 1. er å ta med publikum på reisen som er din presentasjon. 2. Det er å hjelpe deg å finne tråden når du mister den (noe jeg gjør stadig vekk). </a:t>
            </a:r>
            <a:br>
              <a:rPr lang="en-NO" dirty="0"/>
            </a:br>
            <a:r>
              <a:rPr lang="en-NO" dirty="0"/>
              <a:t>Slidene er ikke der for å gjenta alt du skal si. De er der for å gi deg og publikum kroker slik akt de kan plassere det du snakker om. </a:t>
            </a:r>
          </a:p>
          <a:p>
            <a:pPr marL="228600" indent="-228600">
              <a:buAutoNum type="arabicPeriod"/>
            </a:pPr>
            <a:r>
              <a:rPr lang="en-NO" dirty="0"/>
              <a:t>Lag den, og ikke vær redd for å gjøre drastiske endringer underveis om det får frem budskapet bedre.</a:t>
            </a:r>
          </a:p>
          <a:p>
            <a:pPr marL="228600" indent="-228600">
              <a:buAutoNum type="arabicPeriod"/>
            </a:pPr>
            <a:r>
              <a:rPr lang="en-NO" dirty="0"/>
              <a:t>Øv. Jo bedre du kan materiallet jo bedre vil det flyte. Du vil oppdage mange endringer ved å gå igjennom talken høyt. Du vil se hvor det mangler på flyt osv. Men viktigst av alt:</a:t>
            </a:r>
          </a:p>
          <a:p>
            <a:pPr marL="685800" lvl="1" indent="-228600">
              <a:buAutoNum type="arabicPeriod"/>
            </a:pPr>
            <a:r>
              <a:rPr lang="en-NO" dirty="0"/>
              <a:t>Ved å øve så bygger du deg opp nok kunnskap til å kunne improvisere. Du kan din egen presentasjon og er derfor bedre rustet.</a:t>
            </a:r>
          </a:p>
          <a:p>
            <a:pPr marL="685800" lvl="1" indent="-228600">
              <a:buAutoNum type="arabicPeriod"/>
            </a:pPr>
            <a:r>
              <a:rPr lang="en-NO" dirty="0"/>
              <a:t>Du får innsikt </a:t>
            </a:r>
            <a:r>
              <a:rPr lang="en-GB" dirty="0" err="1"/>
              <a:t>i</a:t>
            </a:r>
            <a:r>
              <a:rPr lang="en-GB" dirty="0"/>
              <a:t> </a:t>
            </a:r>
            <a:r>
              <a:rPr lang="en-GB" dirty="0" err="1"/>
              <a:t>hvor</a:t>
            </a:r>
            <a:r>
              <a:rPr lang="en-GB" dirty="0"/>
              <a:t> lang </a:t>
            </a:r>
            <a:r>
              <a:rPr lang="en-GB" dirty="0" err="1"/>
              <a:t>presentasjonen</a:t>
            </a:r>
            <a:r>
              <a:rPr lang="en-GB" dirty="0"/>
              <a:t> </a:t>
            </a:r>
            <a:r>
              <a:rPr lang="en-GB" dirty="0" err="1"/>
              <a:t>faktisk</a:t>
            </a:r>
            <a:r>
              <a:rPr lang="en-GB" dirty="0"/>
              <a:t> er.</a:t>
            </a:r>
          </a:p>
          <a:p>
            <a:pPr marL="685800" lvl="1" indent="-228600">
              <a:buAutoNum type="arabicPeriod"/>
            </a:pPr>
            <a:r>
              <a:rPr lang="en-GB" dirty="0" err="1"/>
              <a:t>Gjerne</a:t>
            </a:r>
            <a:r>
              <a:rPr lang="en-GB" dirty="0"/>
              <a:t> ha et manus </a:t>
            </a:r>
            <a:r>
              <a:rPr lang="en-GB" dirty="0" err="1"/>
              <a:t>som</a:t>
            </a:r>
            <a:r>
              <a:rPr lang="en-GB" dirty="0"/>
              <a:t> du </a:t>
            </a:r>
            <a:r>
              <a:rPr lang="en-GB" dirty="0" err="1"/>
              <a:t>kan</a:t>
            </a:r>
            <a:r>
              <a:rPr lang="en-GB" dirty="0"/>
              <a:t> </a:t>
            </a:r>
            <a:r>
              <a:rPr lang="en-GB" dirty="0" err="1"/>
              <a:t>holde</a:t>
            </a:r>
            <a:r>
              <a:rPr lang="en-GB" dirty="0"/>
              <a:t> </a:t>
            </a:r>
            <a:r>
              <a:rPr lang="en-GB" dirty="0" err="1"/>
              <a:t>deg</a:t>
            </a:r>
            <a:r>
              <a:rPr lang="en-GB" dirty="0"/>
              <a:t> </a:t>
            </a:r>
            <a:r>
              <a:rPr lang="en-GB" dirty="0" err="1"/>
              <a:t>til</a:t>
            </a:r>
            <a:r>
              <a:rPr lang="en-GB" dirty="0"/>
              <a:t>. </a:t>
            </a:r>
          </a:p>
          <a:p>
            <a:pPr marL="228600" lvl="0" indent="-228600">
              <a:buAutoNum type="arabicPeriod"/>
            </a:pPr>
            <a:r>
              <a:rPr lang="en-NO" dirty="0"/>
              <a:t>Det er lov å stresse litt mer.</a:t>
            </a:r>
          </a:p>
          <a:p>
            <a:pPr marL="228600" lvl="0" indent="-228600">
              <a:buAutoNum type="arabicPeriod"/>
            </a:pPr>
            <a:r>
              <a:rPr lang="en-NO" dirty="0"/>
              <a:t>Så er det å faktisk holde presentasjonen. Alt du har gjort er for å få til dette. Det er ok å være nervøs, men nå er det bare å bite tennene sammen og hoppe </a:t>
            </a:r>
            <a:r>
              <a:rPr lang="en-GB" dirty="0"/>
              <a:t>I</a:t>
            </a:r>
            <a:r>
              <a:rPr lang="en-NO" dirty="0"/>
              <a:t> det.</a:t>
            </a:r>
          </a:p>
          <a:p>
            <a:pPr marL="685800" lvl="1" indent="-228600">
              <a:buAutoNum type="arabicPeriod"/>
            </a:pPr>
            <a:r>
              <a:rPr lang="en-NO" dirty="0"/>
              <a:t>Husk at du er både underholdning og opplæring. En underholdende presentasjon med lite substans vil alltid bli husket mer en presentasjon med masse fakta som folk sovner i. Dette betyr ikke at du burde spøke og tulle, men husk at du har et publikum. Du ønsker at de skal være engasjerte og følge med, og en av måtene å få til dette er å også være underholdende. Folk liker passion og entusiasme. Folk liker historier som er relaterte til presentasjonen. Og om man har det </a:t>
            </a:r>
            <a:r>
              <a:rPr lang="en-GB" dirty="0"/>
              <a:t>I</a:t>
            </a:r>
            <a:r>
              <a:rPr lang="en-NO" dirty="0"/>
              <a:t> seg så liker også folk humor. Du trenger ikke å være stand-up komiker, men prøv å ha glimt </a:t>
            </a:r>
            <a:r>
              <a:rPr lang="en-GB" dirty="0" err="1"/>
              <a:t>i</a:t>
            </a:r>
            <a:r>
              <a:rPr lang="en-GB" dirty="0"/>
              <a:t> </a:t>
            </a:r>
            <a:r>
              <a:rPr lang="en-GB" dirty="0" err="1"/>
              <a:t>øye</a:t>
            </a:r>
            <a:r>
              <a:rPr lang="en-GB" dirty="0"/>
              <a:t>.</a:t>
            </a:r>
          </a:p>
          <a:p>
            <a:pPr marL="685800" lvl="1" indent="-228600">
              <a:buAutoNum type="arabicPeriod"/>
            </a:pPr>
            <a:r>
              <a:rPr lang="en-GB" dirty="0"/>
              <a:t>Det er ok </a:t>
            </a:r>
            <a:r>
              <a:rPr lang="en-GB" dirty="0" err="1"/>
              <a:t>å</a:t>
            </a:r>
            <a:r>
              <a:rPr lang="en-GB" dirty="0"/>
              <a:t> ta pauser. Du </a:t>
            </a:r>
            <a:r>
              <a:rPr lang="en-GB" dirty="0" err="1"/>
              <a:t>burde</a:t>
            </a:r>
            <a:r>
              <a:rPr lang="en-GB" dirty="0"/>
              <a:t> ta pauser I </a:t>
            </a:r>
            <a:r>
              <a:rPr lang="en-GB" dirty="0" err="1"/>
              <a:t>ny</a:t>
            </a:r>
            <a:r>
              <a:rPr lang="en-GB" dirty="0"/>
              <a:t> </a:t>
            </a:r>
            <a:r>
              <a:rPr lang="en-GB" dirty="0" err="1"/>
              <a:t>å</a:t>
            </a:r>
            <a:r>
              <a:rPr lang="en-GB" dirty="0"/>
              <a:t> ne. </a:t>
            </a:r>
            <a:r>
              <a:rPr lang="en-GB" dirty="0" err="1"/>
              <a:t>Stillhet</a:t>
            </a:r>
            <a:r>
              <a:rPr lang="en-GB" dirty="0"/>
              <a:t> </a:t>
            </a:r>
            <a:r>
              <a:rPr lang="en-GB" dirty="0" err="1"/>
              <a:t>skader</a:t>
            </a:r>
            <a:r>
              <a:rPr lang="en-GB" dirty="0"/>
              <a:t> </a:t>
            </a:r>
            <a:r>
              <a:rPr lang="en-GB" dirty="0" err="1"/>
              <a:t>ikke</a:t>
            </a:r>
            <a:r>
              <a:rPr lang="en-GB" dirty="0"/>
              <a:t>. </a:t>
            </a:r>
          </a:p>
          <a:p>
            <a:pPr marL="685800" lvl="1" indent="-228600">
              <a:buAutoNum type="arabicPeriod"/>
            </a:pPr>
            <a:r>
              <a:rPr lang="en-GB" dirty="0"/>
              <a:t>Du </a:t>
            </a:r>
            <a:r>
              <a:rPr lang="en-GB" dirty="0" err="1"/>
              <a:t>burde</a:t>
            </a:r>
            <a:r>
              <a:rPr lang="en-GB" dirty="0"/>
              <a:t> </a:t>
            </a:r>
            <a:r>
              <a:rPr lang="en-GB" dirty="0" err="1"/>
              <a:t>snakke</a:t>
            </a:r>
            <a:r>
              <a:rPr lang="en-GB" dirty="0"/>
              <a:t> </a:t>
            </a:r>
            <a:r>
              <a:rPr lang="en-GB" dirty="0" err="1"/>
              <a:t>saktere</a:t>
            </a:r>
            <a:r>
              <a:rPr lang="en-GB" dirty="0"/>
              <a:t> </a:t>
            </a:r>
            <a:r>
              <a:rPr lang="en-GB" dirty="0" err="1"/>
              <a:t>enn</a:t>
            </a:r>
            <a:r>
              <a:rPr lang="en-GB" dirty="0"/>
              <a:t> du </a:t>
            </a:r>
            <a:r>
              <a:rPr lang="en-GB" dirty="0" err="1"/>
              <a:t>pleier</a:t>
            </a:r>
            <a:r>
              <a:rPr lang="en-GB" dirty="0"/>
              <a:t>, men </a:t>
            </a:r>
            <a:r>
              <a:rPr lang="en-GB" dirty="0" err="1"/>
              <a:t>samtidig</a:t>
            </a:r>
            <a:r>
              <a:rPr lang="en-GB" dirty="0"/>
              <a:t> </a:t>
            </a:r>
            <a:r>
              <a:rPr lang="en-GB" dirty="0" err="1"/>
              <a:t>bør</a:t>
            </a:r>
            <a:r>
              <a:rPr lang="en-GB" dirty="0"/>
              <a:t> du </a:t>
            </a:r>
            <a:r>
              <a:rPr lang="en-GB" dirty="0" err="1"/>
              <a:t>være</a:t>
            </a:r>
            <a:r>
              <a:rPr lang="en-GB" dirty="0"/>
              <a:t> </a:t>
            </a:r>
            <a:r>
              <a:rPr lang="en-GB" dirty="0" err="1"/>
              <a:t>bevist</a:t>
            </a:r>
            <a:r>
              <a:rPr lang="en-GB" dirty="0"/>
              <a:t> </a:t>
            </a:r>
            <a:r>
              <a:rPr lang="en-GB" dirty="0" err="1"/>
              <a:t>på</a:t>
            </a:r>
            <a:r>
              <a:rPr lang="en-GB" dirty="0"/>
              <a:t> </a:t>
            </a:r>
            <a:r>
              <a:rPr lang="en-GB" dirty="0" err="1"/>
              <a:t>å</a:t>
            </a:r>
            <a:r>
              <a:rPr lang="en-GB" dirty="0"/>
              <a:t> </a:t>
            </a:r>
            <a:r>
              <a:rPr lang="en-GB" dirty="0" err="1"/>
              <a:t>noen</a:t>
            </a:r>
            <a:r>
              <a:rPr lang="en-GB" dirty="0"/>
              <a:t> ganger </a:t>
            </a:r>
            <a:r>
              <a:rPr lang="en-GB" dirty="0" err="1"/>
              <a:t>snakke</a:t>
            </a:r>
            <a:r>
              <a:rPr lang="en-GB" dirty="0"/>
              <a:t> </a:t>
            </a:r>
            <a:r>
              <a:rPr lang="en-GB" dirty="0" err="1"/>
              <a:t>raskere</a:t>
            </a:r>
            <a:r>
              <a:rPr lang="en-GB" dirty="0"/>
              <a:t>, </a:t>
            </a:r>
            <a:r>
              <a:rPr lang="en-GB" dirty="0" err="1"/>
              <a:t>og</a:t>
            </a:r>
            <a:r>
              <a:rPr lang="en-GB" dirty="0"/>
              <a:t> </a:t>
            </a:r>
            <a:r>
              <a:rPr lang="en-GB" dirty="0" err="1"/>
              <a:t>andre</a:t>
            </a:r>
            <a:r>
              <a:rPr lang="en-GB" dirty="0"/>
              <a:t> ganger </a:t>
            </a:r>
            <a:r>
              <a:rPr lang="en-GB" dirty="0" err="1"/>
              <a:t>saktere</a:t>
            </a:r>
            <a:r>
              <a:rPr lang="en-GB" dirty="0"/>
              <a:t>. Bruk </a:t>
            </a:r>
            <a:r>
              <a:rPr lang="en-GB" dirty="0" err="1"/>
              <a:t>hastighet</a:t>
            </a:r>
            <a:r>
              <a:rPr lang="en-GB" dirty="0"/>
              <a:t> </a:t>
            </a:r>
            <a:r>
              <a:rPr lang="en-GB" dirty="0" err="1"/>
              <a:t>som</a:t>
            </a:r>
            <a:r>
              <a:rPr lang="en-GB" dirty="0"/>
              <a:t> et </a:t>
            </a:r>
            <a:r>
              <a:rPr lang="en-GB" dirty="0" err="1"/>
              <a:t>middel</a:t>
            </a:r>
            <a:r>
              <a:rPr lang="en-GB" dirty="0"/>
              <a:t>  I din </a:t>
            </a:r>
            <a:r>
              <a:rPr lang="en-GB" dirty="0" err="1"/>
              <a:t>kommunikasjon</a:t>
            </a:r>
            <a:r>
              <a:rPr lang="en-GB" dirty="0"/>
              <a:t>.</a:t>
            </a:r>
          </a:p>
          <a:p>
            <a:pPr marL="685800" lvl="1" indent="-228600">
              <a:buAutoNum type="arabicPeriod"/>
            </a:pPr>
            <a:endParaRPr lang="en-GB" dirty="0"/>
          </a:p>
        </p:txBody>
      </p:sp>
      <p:sp>
        <p:nvSpPr>
          <p:cNvPr id="4" name="Slide Number Placeholder 3"/>
          <p:cNvSpPr>
            <a:spLocks noGrp="1"/>
          </p:cNvSpPr>
          <p:nvPr>
            <p:ph type="sldNum" sz="quarter" idx="5"/>
          </p:nvPr>
        </p:nvSpPr>
        <p:spPr/>
        <p:txBody>
          <a:bodyPr/>
          <a:lstStyle/>
          <a:p>
            <a:fld id="{38D6FEEC-AD88-4989-B475-7B5D6AD5D5BA}" type="slidenum">
              <a:rPr lang="nb-NO" smtClean="0"/>
              <a:t>11</a:t>
            </a:fld>
            <a:endParaRPr lang="nb-NO"/>
          </a:p>
        </p:txBody>
      </p:sp>
    </p:spTree>
    <p:extLst>
      <p:ext uri="{BB962C8B-B14F-4D97-AF65-F5344CB8AC3E}">
        <p14:creationId xmlns:p14="http://schemas.microsoft.com/office/powerpoint/2010/main" val="14401961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1D675D35-B694-37D9-B31E-F8ECE5AC0311}"/>
              </a:ext>
            </a:extLst>
          </p:cNvPr>
          <p:cNvSpPr>
            <a:spLocks noGrp="1"/>
          </p:cNvSpPr>
          <p:nvPr>
            <p:ph type="ctrTitle"/>
          </p:nvPr>
        </p:nvSpPr>
        <p:spPr>
          <a:xfrm>
            <a:off x="1524000" y="1122363"/>
            <a:ext cx="9144000" cy="2387600"/>
          </a:xfrm>
        </p:spPr>
        <p:txBody>
          <a:bodyPr anchor="b"/>
          <a:lstStyle>
            <a:lvl1pPr algn="ctr">
              <a:lnSpc>
                <a:spcPct val="150000"/>
              </a:lnSpc>
              <a:defRPr sz="6000" b="1" i="0">
                <a:latin typeface="Encode Sans SemiBold" pitchFamily="2" charset="77"/>
              </a:defRPr>
            </a:lvl1pPr>
          </a:lstStyle>
          <a:p>
            <a:r>
              <a:rPr lang="nb-NO"/>
              <a:t>Klikk for å redigere tittelstil</a:t>
            </a:r>
          </a:p>
        </p:txBody>
      </p:sp>
      <p:sp>
        <p:nvSpPr>
          <p:cNvPr id="3" name="Undertittel 2">
            <a:extLst>
              <a:ext uri="{FF2B5EF4-FFF2-40B4-BE49-F238E27FC236}">
                <a16:creationId xmlns:a16="http://schemas.microsoft.com/office/drawing/2014/main" id="{B364EF56-DD98-5891-392D-D5720D82A2B2}"/>
              </a:ext>
            </a:extLst>
          </p:cNvPr>
          <p:cNvSpPr>
            <a:spLocks noGrp="1"/>
          </p:cNvSpPr>
          <p:nvPr>
            <p:ph type="subTitle" idx="1"/>
          </p:nvPr>
        </p:nvSpPr>
        <p:spPr>
          <a:xfrm>
            <a:off x="1524000" y="3602038"/>
            <a:ext cx="9144000" cy="1655762"/>
          </a:xfrm>
        </p:spPr>
        <p:txBody>
          <a:bodyPr/>
          <a:lstStyle>
            <a:lvl1pPr marL="0" indent="0" algn="ctr">
              <a:lnSpc>
                <a:spcPct val="150000"/>
              </a:lnSpc>
              <a:buNone/>
              <a:defRPr sz="2400">
                <a:latin typeface="Encode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a:extLst>
              <a:ext uri="{FF2B5EF4-FFF2-40B4-BE49-F238E27FC236}">
                <a16:creationId xmlns:a16="http://schemas.microsoft.com/office/drawing/2014/main" id="{7FFDD48C-EE23-86F5-3E3D-273209ED915A}"/>
              </a:ext>
            </a:extLst>
          </p:cNvPr>
          <p:cNvSpPr>
            <a:spLocks noGrp="1"/>
          </p:cNvSpPr>
          <p:nvPr>
            <p:ph type="dt" sz="half" idx="10"/>
          </p:nvPr>
        </p:nvSpPr>
        <p:spPr/>
        <p:txBody>
          <a:bodyPr/>
          <a:lstStyle/>
          <a:p>
            <a:fld id="{1F13045C-3C6C-984E-9E52-625FBD3806FC}" type="datetimeFigureOut">
              <a:rPr lang="nb-NO" smtClean="0"/>
              <a:t>09.02.2026</a:t>
            </a:fld>
            <a:endParaRPr lang="nb-NO"/>
          </a:p>
        </p:txBody>
      </p:sp>
      <p:sp>
        <p:nvSpPr>
          <p:cNvPr id="5" name="Plassholder for bunntekst 4">
            <a:extLst>
              <a:ext uri="{FF2B5EF4-FFF2-40B4-BE49-F238E27FC236}">
                <a16:creationId xmlns:a16="http://schemas.microsoft.com/office/drawing/2014/main" id="{D117BCFF-674F-5F5C-2805-EF10033163A1}"/>
              </a:ext>
            </a:extLst>
          </p:cNvPr>
          <p:cNvSpPr>
            <a:spLocks noGrp="1"/>
          </p:cNvSpPr>
          <p:nvPr>
            <p:ph type="ftr" sz="quarter" idx="11"/>
          </p:nvPr>
        </p:nvSpPr>
        <p:spPr>
          <a:xfrm>
            <a:off x="4038600" y="6356350"/>
            <a:ext cx="4114800" cy="365125"/>
          </a:xfrm>
          <a:prstGeom prst="rect">
            <a:avLst/>
          </a:prstGeom>
        </p:spPr>
        <p:txBody>
          <a:bodyPr/>
          <a:lstStyle/>
          <a:p>
            <a:endParaRPr lang="nb-NO"/>
          </a:p>
        </p:txBody>
      </p:sp>
      <p:sp>
        <p:nvSpPr>
          <p:cNvPr id="6" name="Plassholder for lysbildenummer 5">
            <a:extLst>
              <a:ext uri="{FF2B5EF4-FFF2-40B4-BE49-F238E27FC236}">
                <a16:creationId xmlns:a16="http://schemas.microsoft.com/office/drawing/2014/main" id="{F9B0DF28-3E99-264A-39BA-670BE2677C9F}"/>
              </a:ext>
            </a:extLst>
          </p:cNvPr>
          <p:cNvSpPr>
            <a:spLocks noGrp="1"/>
          </p:cNvSpPr>
          <p:nvPr>
            <p:ph type="sldNum" sz="quarter" idx="12"/>
          </p:nvPr>
        </p:nvSpPr>
        <p:spPr>
          <a:xfrm>
            <a:off x="8153400" y="6356350"/>
            <a:ext cx="2743200" cy="365125"/>
          </a:xfrm>
          <a:prstGeom prst="rect">
            <a:avLst/>
          </a:prstGeom>
        </p:spPr>
        <p:txBody>
          <a:bodyPr/>
          <a:lstStyle/>
          <a:p>
            <a:fld id="{8FC9C88E-EF46-ED41-8A73-6C4CEF71820E}" type="slidenum">
              <a:rPr lang="nb-NO" smtClean="0"/>
              <a:t>‹#›</a:t>
            </a:fld>
            <a:endParaRPr lang="nb-NO"/>
          </a:p>
        </p:txBody>
      </p:sp>
    </p:spTree>
    <p:extLst>
      <p:ext uri="{BB962C8B-B14F-4D97-AF65-F5344CB8AC3E}">
        <p14:creationId xmlns:p14="http://schemas.microsoft.com/office/powerpoint/2010/main" val="4172850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C8FB62A-541E-9AB7-53F1-874D31E7629F}"/>
              </a:ext>
            </a:extLst>
          </p:cNvPr>
          <p:cNvSpPr>
            <a:spLocks noGrp="1"/>
          </p:cNvSpPr>
          <p:nvPr>
            <p:ph type="title"/>
          </p:nvPr>
        </p:nvSpPr>
        <p:spPr/>
        <p:txBody>
          <a:bodyPr/>
          <a:lstStyle>
            <a:lvl1pPr>
              <a:defRPr b="0" i="0">
                <a:latin typeface="Encode Sans SemiBold" pitchFamily="2" charset="77"/>
              </a:defRPr>
            </a:lvl1pPr>
          </a:lstStyle>
          <a:p>
            <a:r>
              <a:rPr lang="nb-NO"/>
              <a:t>Klikk for å redigere tittelstil</a:t>
            </a:r>
          </a:p>
        </p:txBody>
      </p:sp>
      <p:sp>
        <p:nvSpPr>
          <p:cNvPr id="3" name="Plassholder for innhold 2">
            <a:extLst>
              <a:ext uri="{FF2B5EF4-FFF2-40B4-BE49-F238E27FC236}">
                <a16:creationId xmlns:a16="http://schemas.microsoft.com/office/drawing/2014/main" id="{50E7D8C4-1937-1350-38D2-5246B88AA17A}"/>
              </a:ext>
            </a:extLst>
          </p:cNvPr>
          <p:cNvSpPr>
            <a:spLocks noGrp="1"/>
          </p:cNvSpPr>
          <p:nvPr>
            <p:ph idx="1"/>
          </p:nvPr>
        </p:nvSpPr>
        <p:spPr/>
        <p:txBody>
          <a:bodyPr/>
          <a:lstStyle>
            <a:lvl1pPr>
              <a:buClr>
                <a:schemeClr val="tx2"/>
              </a:buClr>
              <a:defRPr>
                <a:latin typeface="Encode Sans" pitchFamily="2" charset="77"/>
              </a:defRPr>
            </a:lvl1pPr>
            <a:lvl2pPr>
              <a:buClr>
                <a:schemeClr val="tx2"/>
              </a:buClr>
              <a:defRPr>
                <a:latin typeface="Encode Sans" pitchFamily="2" charset="77"/>
              </a:defRPr>
            </a:lvl2pPr>
            <a:lvl3pPr>
              <a:buClr>
                <a:schemeClr val="tx2"/>
              </a:buClr>
              <a:defRPr>
                <a:latin typeface="Encode Sans" pitchFamily="2" charset="77"/>
              </a:defRPr>
            </a:lvl3pPr>
            <a:lvl4pPr>
              <a:buClr>
                <a:schemeClr val="tx2"/>
              </a:buClr>
              <a:defRPr>
                <a:latin typeface="Encode Sans" pitchFamily="2" charset="77"/>
              </a:defRPr>
            </a:lvl4pPr>
            <a:lvl5pPr>
              <a:buClr>
                <a:schemeClr val="tx2"/>
              </a:buClr>
              <a:defRPr>
                <a:latin typeface="Encode Sans" pitchFamily="2" charset="77"/>
              </a:defRPr>
            </a:lvl5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4F97313D-84B2-C0BE-85FB-BB952D6CB07E}"/>
              </a:ext>
            </a:extLst>
          </p:cNvPr>
          <p:cNvSpPr>
            <a:spLocks noGrp="1"/>
          </p:cNvSpPr>
          <p:nvPr>
            <p:ph type="dt" sz="half" idx="10"/>
          </p:nvPr>
        </p:nvSpPr>
        <p:spPr/>
        <p:txBody>
          <a:bodyPr/>
          <a:lstStyle/>
          <a:p>
            <a:fld id="{1F13045C-3C6C-984E-9E52-625FBD3806FC}" type="datetimeFigureOut">
              <a:rPr lang="nb-NO" smtClean="0"/>
              <a:t>09.02.2026</a:t>
            </a:fld>
            <a:endParaRPr lang="nb-NO"/>
          </a:p>
        </p:txBody>
      </p:sp>
      <p:sp>
        <p:nvSpPr>
          <p:cNvPr id="5" name="Plassholder for bunntekst 4">
            <a:extLst>
              <a:ext uri="{FF2B5EF4-FFF2-40B4-BE49-F238E27FC236}">
                <a16:creationId xmlns:a16="http://schemas.microsoft.com/office/drawing/2014/main" id="{FF060DD2-5160-E3A6-13B6-1E6E53AE477E}"/>
              </a:ext>
            </a:extLst>
          </p:cNvPr>
          <p:cNvSpPr>
            <a:spLocks noGrp="1"/>
          </p:cNvSpPr>
          <p:nvPr>
            <p:ph type="ftr" sz="quarter" idx="11"/>
          </p:nvPr>
        </p:nvSpPr>
        <p:spPr>
          <a:xfrm>
            <a:off x="4038600" y="6356350"/>
            <a:ext cx="4114800" cy="365125"/>
          </a:xfrm>
          <a:prstGeom prst="rect">
            <a:avLst/>
          </a:prstGeom>
        </p:spPr>
        <p:txBody>
          <a:bodyPr/>
          <a:lstStyle/>
          <a:p>
            <a:endParaRPr lang="nb-NO"/>
          </a:p>
        </p:txBody>
      </p:sp>
      <p:sp>
        <p:nvSpPr>
          <p:cNvPr id="6" name="Plassholder for lysbildenummer 5">
            <a:extLst>
              <a:ext uri="{FF2B5EF4-FFF2-40B4-BE49-F238E27FC236}">
                <a16:creationId xmlns:a16="http://schemas.microsoft.com/office/drawing/2014/main" id="{640146C8-1DB5-5E8A-17FB-1491F90436F6}"/>
              </a:ext>
            </a:extLst>
          </p:cNvPr>
          <p:cNvSpPr>
            <a:spLocks noGrp="1"/>
          </p:cNvSpPr>
          <p:nvPr>
            <p:ph type="sldNum" sz="quarter" idx="12"/>
          </p:nvPr>
        </p:nvSpPr>
        <p:spPr>
          <a:xfrm>
            <a:off x="8153400" y="6356350"/>
            <a:ext cx="2743200" cy="365125"/>
          </a:xfrm>
          <a:prstGeom prst="rect">
            <a:avLst/>
          </a:prstGeom>
        </p:spPr>
        <p:txBody>
          <a:bodyPr/>
          <a:lstStyle/>
          <a:p>
            <a:fld id="{8FC9C88E-EF46-ED41-8A73-6C4CEF71820E}" type="slidenum">
              <a:rPr lang="nb-NO" smtClean="0"/>
              <a:t>‹#›</a:t>
            </a:fld>
            <a:endParaRPr lang="nb-NO"/>
          </a:p>
        </p:txBody>
      </p:sp>
    </p:spTree>
    <p:extLst>
      <p:ext uri="{BB962C8B-B14F-4D97-AF65-F5344CB8AC3E}">
        <p14:creationId xmlns:p14="http://schemas.microsoft.com/office/powerpoint/2010/main" val="725598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501A5CF-59BA-AA2B-3C6C-2C3D18F0A94A}"/>
              </a:ext>
            </a:extLst>
          </p:cNvPr>
          <p:cNvSpPr>
            <a:spLocks noGrp="1"/>
          </p:cNvSpPr>
          <p:nvPr>
            <p:ph type="title"/>
          </p:nvPr>
        </p:nvSpPr>
        <p:spPr>
          <a:xfrm>
            <a:off x="831850" y="1709738"/>
            <a:ext cx="10515600" cy="2852737"/>
          </a:xfrm>
        </p:spPr>
        <p:txBody>
          <a:bodyPr anchor="b"/>
          <a:lstStyle>
            <a:lvl1pPr>
              <a:defRPr sz="6000" b="0" i="0">
                <a:latin typeface="Encode Sans SemiBold" pitchFamily="2" charset="77"/>
              </a:defRPr>
            </a:lvl1pPr>
          </a:lstStyle>
          <a:p>
            <a:r>
              <a:rPr lang="nb-NO"/>
              <a:t>Klikk for å redigere tittelstil</a:t>
            </a:r>
          </a:p>
        </p:txBody>
      </p:sp>
      <p:sp>
        <p:nvSpPr>
          <p:cNvPr id="3" name="Plassholder for tekst 2">
            <a:extLst>
              <a:ext uri="{FF2B5EF4-FFF2-40B4-BE49-F238E27FC236}">
                <a16:creationId xmlns:a16="http://schemas.microsoft.com/office/drawing/2014/main" id="{DDA15987-9551-8A5E-E770-32DF591DBE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Encode Sans"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Klikk for å redigere tekststiler i malen</a:t>
            </a:r>
          </a:p>
        </p:txBody>
      </p:sp>
      <p:sp>
        <p:nvSpPr>
          <p:cNvPr id="4" name="Plassholder for dato 3">
            <a:extLst>
              <a:ext uri="{FF2B5EF4-FFF2-40B4-BE49-F238E27FC236}">
                <a16:creationId xmlns:a16="http://schemas.microsoft.com/office/drawing/2014/main" id="{EFC4D731-3C83-7013-1FB8-7FD939CD2D2F}"/>
              </a:ext>
            </a:extLst>
          </p:cNvPr>
          <p:cNvSpPr>
            <a:spLocks noGrp="1"/>
          </p:cNvSpPr>
          <p:nvPr>
            <p:ph type="dt" sz="half" idx="10"/>
          </p:nvPr>
        </p:nvSpPr>
        <p:spPr/>
        <p:txBody>
          <a:bodyPr/>
          <a:lstStyle/>
          <a:p>
            <a:fld id="{1F13045C-3C6C-984E-9E52-625FBD3806FC}" type="datetimeFigureOut">
              <a:rPr lang="nb-NO" smtClean="0"/>
              <a:t>09.02.2026</a:t>
            </a:fld>
            <a:endParaRPr lang="nb-NO"/>
          </a:p>
        </p:txBody>
      </p:sp>
      <p:sp>
        <p:nvSpPr>
          <p:cNvPr id="5" name="Plassholder for bunntekst 4">
            <a:extLst>
              <a:ext uri="{FF2B5EF4-FFF2-40B4-BE49-F238E27FC236}">
                <a16:creationId xmlns:a16="http://schemas.microsoft.com/office/drawing/2014/main" id="{7768E77F-2BFF-9D8C-536A-3A49E492B671}"/>
              </a:ext>
            </a:extLst>
          </p:cNvPr>
          <p:cNvSpPr>
            <a:spLocks noGrp="1"/>
          </p:cNvSpPr>
          <p:nvPr>
            <p:ph type="ftr" sz="quarter" idx="11"/>
          </p:nvPr>
        </p:nvSpPr>
        <p:spPr>
          <a:xfrm>
            <a:off x="4038600" y="6356350"/>
            <a:ext cx="4114800" cy="365125"/>
          </a:xfrm>
          <a:prstGeom prst="rect">
            <a:avLst/>
          </a:prstGeom>
        </p:spPr>
        <p:txBody>
          <a:bodyPr/>
          <a:lstStyle/>
          <a:p>
            <a:endParaRPr lang="nb-NO"/>
          </a:p>
        </p:txBody>
      </p:sp>
      <p:sp>
        <p:nvSpPr>
          <p:cNvPr id="6" name="Plassholder for lysbildenummer 5">
            <a:extLst>
              <a:ext uri="{FF2B5EF4-FFF2-40B4-BE49-F238E27FC236}">
                <a16:creationId xmlns:a16="http://schemas.microsoft.com/office/drawing/2014/main" id="{11571CBD-4090-99EC-749A-FAF10B7CE78F}"/>
              </a:ext>
            </a:extLst>
          </p:cNvPr>
          <p:cNvSpPr>
            <a:spLocks noGrp="1"/>
          </p:cNvSpPr>
          <p:nvPr>
            <p:ph type="sldNum" sz="quarter" idx="12"/>
          </p:nvPr>
        </p:nvSpPr>
        <p:spPr>
          <a:xfrm>
            <a:off x="8153400" y="6356350"/>
            <a:ext cx="2743200" cy="365125"/>
          </a:xfrm>
          <a:prstGeom prst="rect">
            <a:avLst/>
          </a:prstGeom>
        </p:spPr>
        <p:txBody>
          <a:bodyPr/>
          <a:lstStyle/>
          <a:p>
            <a:fld id="{8FC9C88E-EF46-ED41-8A73-6C4CEF71820E}" type="slidenum">
              <a:rPr lang="nb-NO" smtClean="0"/>
              <a:t>‹#›</a:t>
            </a:fld>
            <a:endParaRPr lang="nb-NO"/>
          </a:p>
        </p:txBody>
      </p:sp>
    </p:spTree>
    <p:extLst>
      <p:ext uri="{BB962C8B-B14F-4D97-AF65-F5344CB8AC3E}">
        <p14:creationId xmlns:p14="http://schemas.microsoft.com/office/powerpoint/2010/main" val="4153485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CBFA1E0-9F1D-E43C-7CE8-49EFFE3F0202}"/>
              </a:ext>
            </a:extLst>
          </p:cNvPr>
          <p:cNvSpPr>
            <a:spLocks noGrp="1"/>
          </p:cNvSpPr>
          <p:nvPr>
            <p:ph type="title"/>
          </p:nvPr>
        </p:nvSpPr>
        <p:spPr/>
        <p:txBody>
          <a:bodyPr/>
          <a:lstStyle>
            <a:lvl1pPr>
              <a:defRPr b="0" i="0">
                <a:latin typeface="Encode Sans SemiBold" pitchFamily="2" charset="77"/>
              </a:defRPr>
            </a:lvl1pPr>
          </a:lstStyle>
          <a:p>
            <a:r>
              <a:rPr lang="nb-NO"/>
              <a:t>Klikk for å redigere tittelstil</a:t>
            </a:r>
          </a:p>
        </p:txBody>
      </p:sp>
      <p:sp>
        <p:nvSpPr>
          <p:cNvPr id="3" name="Plassholder for innhold 2">
            <a:extLst>
              <a:ext uri="{FF2B5EF4-FFF2-40B4-BE49-F238E27FC236}">
                <a16:creationId xmlns:a16="http://schemas.microsoft.com/office/drawing/2014/main" id="{37815FC9-61FA-453A-BB45-690783638992}"/>
              </a:ext>
            </a:extLst>
          </p:cNvPr>
          <p:cNvSpPr>
            <a:spLocks noGrp="1"/>
          </p:cNvSpPr>
          <p:nvPr>
            <p:ph sz="half" idx="1"/>
          </p:nvPr>
        </p:nvSpPr>
        <p:spPr>
          <a:xfrm>
            <a:off x="838200" y="1825625"/>
            <a:ext cx="5181600" cy="4351338"/>
          </a:xfrm>
        </p:spPr>
        <p:txBody>
          <a:bodyPr/>
          <a:lstStyle>
            <a:lvl1pPr>
              <a:defRPr>
                <a:latin typeface="Encode Sans" pitchFamily="2" charset="77"/>
              </a:defRPr>
            </a:lvl1pPr>
            <a:lvl2pPr>
              <a:defRPr>
                <a:latin typeface="Encode Sans" pitchFamily="2" charset="77"/>
              </a:defRPr>
            </a:lvl2pPr>
            <a:lvl3pPr>
              <a:defRPr>
                <a:latin typeface="Encode Sans" pitchFamily="2" charset="77"/>
              </a:defRPr>
            </a:lvl3pPr>
            <a:lvl4pPr>
              <a:defRPr>
                <a:latin typeface="Encode Sans" pitchFamily="2" charset="77"/>
              </a:defRPr>
            </a:lvl4pPr>
            <a:lvl5pPr>
              <a:defRPr>
                <a:latin typeface="Encode Sans" pitchFamily="2" charset="77"/>
              </a:defRPr>
            </a:lvl5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a:extLst>
              <a:ext uri="{FF2B5EF4-FFF2-40B4-BE49-F238E27FC236}">
                <a16:creationId xmlns:a16="http://schemas.microsoft.com/office/drawing/2014/main" id="{28EC88ED-77C6-9839-4620-10D240ADF98D}"/>
              </a:ext>
            </a:extLst>
          </p:cNvPr>
          <p:cNvSpPr>
            <a:spLocks noGrp="1"/>
          </p:cNvSpPr>
          <p:nvPr>
            <p:ph sz="half" idx="2"/>
          </p:nvPr>
        </p:nvSpPr>
        <p:spPr>
          <a:xfrm>
            <a:off x="6172200" y="1825625"/>
            <a:ext cx="5181600" cy="4351338"/>
          </a:xfrm>
        </p:spPr>
        <p:txBody>
          <a:bodyPr/>
          <a:lstStyle>
            <a:lvl1pPr>
              <a:defRPr>
                <a:latin typeface="Encode Sans" pitchFamily="2" charset="77"/>
              </a:defRPr>
            </a:lvl1pPr>
            <a:lvl2pPr>
              <a:defRPr>
                <a:latin typeface="Encode Sans" pitchFamily="2" charset="77"/>
              </a:defRPr>
            </a:lvl2pPr>
            <a:lvl3pPr>
              <a:defRPr>
                <a:latin typeface="Encode Sans" pitchFamily="2" charset="77"/>
              </a:defRPr>
            </a:lvl3pPr>
            <a:lvl4pPr>
              <a:defRPr>
                <a:latin typeface="Encode Sans" pitchFamily="2" charset="77"/>
              </a:defRPr>
            </a:lvl4pPr>
            <a:lvl5pPr>
              <a:defRPr>
                <a:latin typeface="Encode Sans" pitchFamily="2" charset="77"/>
              </a:defRPr>
            </a:lvl5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a:extLst>
              <a:ext uri="{FF2B5EF4-FFF2-40B4-BE49-F238E27FC236}">
                <a16:creationId xmlns:a16="http://schemas.microsoft.com/office/drawing/2014/main" id="{49787853-5C45-1EB9-1100-7338CDED2499}"/>
              </a:ext>
            </a:extLst>
          </p:cNvPr>
          <p:cNvSpPr>
            <a:spLocks noGrp="1"/>
          </p:cNvSpPr>
          <p:nvPr>
            <p:ph type="dt" sz="half" idx="10"/>
          </p:nvPr>
        </p:nvSpPr>
        <p:spPr/>
        <p:txBody>
          <a:bodyPr/>
          <a:lstStyle/>
          <a:p>
            <a:fld id="{1F13045C-3C6C-984E-9E52-625FBD3806FC}" type="datetimeFigureOut">
              <a:rPr lang="nb-NO" smtClean="0"/>
              <a:t>09.02.2026</a:t>
            </a:fld>
            <a:endParaRPr lang="nb-NO"/>
          </a:p>
        </p:txBody>
      </p:sp>
      <p:sp>
        <p:nvSpPr>
          <p:cNvPr id="6" name="Plassholder for bunntekst 5">
            <a:extLst>
              <a:ext uri="{FF2B5EF4-FFF2-40B4-BE49-F238E27FC236}">
                <a16:creationId xmlns:a16="http://schemas.microsoft.com/office/drawing/2014/main" id="{5DFAA62A-891C-9EFE-4556-60F04ECE265F}"/>
              </a:ext>
            </a:extLst>
          </p:cNvPr>
          <p:cNvSpPr>
            <a:spLocks noGrp="1"/>
          </p:cNvSpPr>
          <p:nvPr>
            <p:ph type="ftr" sz="quarter" idx="11"/>
          </p:nvPr>
        </p:nvSpPr>
        <p:spPr>
          <a:xfrm>
            <a:off x="4038600" y="6356350"/>
            <a:ext cx="4114800" cy="365125"/>
          </a:xfrm>
          <a:prstGeom prst="rect">
            <a:avLst/>
          </a:prstGeom>
        </p:spPr>
        <p:txBody>
          <a:bodyPr/>
          <a:lstStyle/>
          <a:p>
            <a:endParaRPr lang="nb-NO"/>
          </a:p>
        </p:txBody>
      </p:sp>
      <p:sp>
        <p:nvSpPr>
          <p:cNvPr id="7" name="Plassholder for lysbildenummer 6">
            <a:extLst>
              <a:ext uri="{FF2B5EF4-FFF2-40B4-BE49-F238E27FC236}">
                <a16:creationId xmlns:a16="http://schemas.microsoft.com/office/drawing/2014/main" id="{9F9D3B9F-BC80-5694-E7E3-1D32696FD45C}"/>
              </a:ext>
            </a:extLst>
          </p:cNvPr>
          <p:cNvSpPr>
            <a:spLocks noGrp="1"/>
          </p:cNvSpPr>
          <p:nvPr>
            <p:ph type="sldNum" sz="quarter" idx="12"/>
          </p:nvPr>
        </p:nvSpPr>
        <p:spPr>
          <a:xfrm>
            <a:off x="8153400" y="6356350"/>
            <a:ext cx="2743200" cy="365125"/>
          </a:xfrm>
          <a:prstGeom prst="rect">
            <a:avLst/>
          </a:prstGeom>
        </p:spPr>
        <p:txBody>
          <a:bodyPr/>
          <a:lstStyle/>
          <a:p>
            <a:fld id="{8FC9C88E-EF46-ED41-8A73-6C4CEF71820E}" type="slidenum">
              <a:rPr lang="nb-NO" smtClean="0"/>
              <a:t>‹#›</a:t>
            </a:fld>
            <a:endParaRPr lang="nb-NO"/>
          </a:p>
        </p:txBody>
      </p:sp>
    </p:spTree>
    <p:extLst>
      <p:ext uri="{BB962C8B-B14F-4D97-AF65-F5344CB8AC3E}">
        <p14:creationId xmlns:p14="http://schemas.microsoft.com/office/powerpoint/2010/main" val="4108499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D0DFEDA-043A-742C-4E19-9613FAB0D8D3}"/>
              </a:ext>
            </a:extLst>
          </p:cNvPr>
          <p:cNvSpPr>
            <a:spLocks noGrp="1"/>
          </p:cNvSpPr>
          <p:nvPr>
            <p:ph type="title"/>
          </p:nvPr>
        </p:nvSpPr>
        <p:spPr>
          <a:xfrm>
            <a:off x="839788" y="365125"/>
            <a:ext cx="10515600" cy="1325563"/>
          </a:xfrm>
        </p:spPr>
        <p:txBody>
          <a:bodyPr/>
          <a:lstStyle>
            <a:lvl1pPr>
              <a:defRPr b="0" i="0">
                <a:latin typeface="Encode Sans SemiBold" pitchFamily="2" charset="77"/>
              </a:defRPr>
            </a:lvl1pPr>
          </a:lstStyle>
          <a:p>
            <a:r>
              <a:rPr lang="nb-NO"/>
              <a:t>Klikk for å redigere tittelstil</a:t>
            </a:r>
          </a:p>
        </p:txBody>
      </p:sp>
      <p:sp>
        <p:nvSpPr>
          <p:cNvPr id="3" name="Plassholder for tekst 2">
            <a:extLst>
              <a:ext uri="{FF2B5EF4-FFF2-40B4-BE49-F238E27FC236}">
                <a16:creationId xmlns:a16="http://schemas.microsoft.com/office/drawing/2014/main" id="{2CD516B5-2DE5-3568-1342-EAA23CB95699}"/>
              </a:ext>
            </a:extLst>
          </p:cNvPr>
          <p:cNvSpPr>
            <a:spLocks noGrp="1"/>
          </p:cNvSpPr>
          <p:nvPr>
            <p:ph type="body" idx="1"/>
          </p:nvPr>
        </p:nvSpPr>
        <p:spPr>
          <a:xfrm>
            <a:off x="839788" y="1681163"/>
            <a:ext cx="5157787" cy="823912"/>
          </a:xfrm>
        </p:spPr>
        <p:txBody>
          <a:bodyPr anchor="b"/>
          <a:lstStyle>
            <a:lvl1pPr marL="0" indent="0">
              <a:buNone/>
              <a:defRPr sz="2400" b="1">
                <a:latin typeface="Encode Sans"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4" name="Plassholder for innhold 3">
            <a:extLst>
              <a:ext uri="{FF2B5EF4-FFF2-40B4-BE49-F238E27FC236}">
                <a16:creationId xmlns:a16="http://schemas.microsoft.com/office/drawing/2014/main" id="{133D4EC8-C4B7-0757-205A-47B119FDD01D}"/>
              </a:ext>
            </a:extLst>
          </p:cNvPr>
          <p:cNvSpPr>
            <a:spLocks noGrp="1"/>
          </p:cNvSpPr>
          <p:nvPr>
            <p:ph sz="half" idx="2"/>
          </p:nvPr>
        </p:nvSpPr>
        <p:spPr>
          <a:xfrm>
            <a:off x="839788" y="2505075"/>
            <a:ext cx="5157787" cy="3684588"/>
          </a:xfrm>
        </p:spPr>
        <p:txBody>
          <a:bodyPr/>
          <a:lstStyle>
            <a:lvl1pPr>
              <a:defRPr>
                <a:latin typeface="Encode Sans" pitchFamily="2" charset="77"/>
              </a:defRPr>
            </a:lvl1pPr>
            <a:lvl2pPr>
              <a:defRPr>
                <a:latin typeface="Encode Sans" pitchFamily="2" charset="77"/>
              </a:defRPr>
            </a:lvl2pPr>
            <a:lvl3pPr>
              <a:defRPr>
                <a:latin typeface="Encode Sans" pitchFamily="2" charset="77"/>
              </a:defRPr>
            </a:lvl3pPr>
            <a:lvl4pPr>
              <a:defRPr>
                <a:latin typeface="Encode Sans" pitchFamily="2" charset="77"/>
              </a:defRPr>
            </a:lvl4pPr>
            <a:lvl5pPr>
              <a:defRPr>
                <a:latin typeface="Encode Sans" pitchFamily="2" charset="77"/>
              </a:defRPr>
            </a:lvl5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a:extLst>
              <a:ext uri="{FF2B5EF4-FFF2-40B4-BE49-F238E27FC236}">
                <a16:creationId xmlns:a16="http://schemas.microsoft.com/office/drawing/2014/main" id="{A0F71218-095A-1440-18DE-4CF7375F5CB6}"/>
              </a:ext>
            </a:extLst>
          </p:cNvPr>
          <p:cNvSpPr>
            <a:spLocks noGrp="1"/>
          </p:cNvSpPr>
          <p:nvPr>
            <p:ph type="body" sz="quarter" idx="3"/>
          </p:nvPr>
        </p:nvSpPr>
        <p:spPr>
          <a:xfrm>
            <a:off x="6172200" y="1681163"/>
            <a:ext cx="5183188" cy="823912"/>
          </a:xfrm>
        </p:spPr>
        <p:txBody>
          <a:bodyPr anchor="b"/>
          <a:lstStyle>
            <a:lvl1pPr marL="0" indent="0">
              <a:buNone/>
              <a:defRPr sz="2400" b="1">
                <a:latin typeface="Encode Sans"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6" name="Plassholder for innhold 5">
            <a:extLst>
              <a:ext uri="{FF2B5EF4-FFF2-40B4-BE49-F238E27FC236}">
                <a16:creationId xmlns:a16="http://schemas.microsoft.com/office/drawing/2014/main" id="{5864E862-0DB2-FF21-596A-517B49FB1F60}"/>
              </a:ext>
            </a:extLst>
          </p:cNvPr>
          <p:cNvSpPr>
            <a:spLocks noGrp="1"/>
          </p:cNvSpPr>
          <p:nvPr>
            <p:ph sz="quarter" idx="4"/>
          </p:nvPr>
        </p:nvSpPr>
        <p:spPr>
          <a:xfrm>
            <a:off x="6172200" y="2505075"/>
            <a:ext cx="5183188" cy="3684588"/>
          </a:xfrm>
        </p:spPr>
        <p:txBody>
          <a:bodyPr/>
          <a:lstStyle>
            <a:lvl1pPr>
              <a:defRPr>
                <a:latin typeface="Encode Sans" pitchFamily="2" charset="77"/>
              </a:defRPr>
            </a:lvl1pPr>
            <a:lvl2pPr>
              <a:defRPr>
                <a:latin typeface="Encode Sans" pitchFamily="2" charset="77"/>
              </a:defRPr>
            </a:lvl2pPr>
            <a:lvl3pPr>
              <a:defRPr>
                <a:latin typeface="Encode Sans" pitchFamily="2" charset="77"/>
              </a:defRPr>
            </a:lvl3pPr>
            <a:lvl4pPr>
              <a:defRPr>
                <a:latin typeface="Encode Sans" pitchFamily="2" charset="77"/>
              </a:defRPr>
            </a:lvl4pPr>
            <a:lvl5pPr>
              <a:defRPr>
                <a:latin typeface="Encode Sans" pitchFamily="2" charset="77"/>
              </a:defRPr>
            </a:lvl5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a:extLst>
              <a:ext uri="{FF2B5EF4-FFF2-40B4-BE49-F238E27FC236}">
                <a16:creationId xmlns:a16="http://schemas.microsoft.com/office/drawing/2014/main" id="{B8A22D80-F4E6-0442-42D9-EAB9691CED8D}"/>
              </a:ext>
            </a:extLst>
          </p:cNvPr>
          <p:cNvSpPr>
            <a:spLocks noGrp="1"/>
          </p:cNvSpPr>
          <p:nvPr>
            <p:ph type="dt" sz="half" idx="10"/>
          </p:nvPr>
        </p:nvSpPr>
        <p:spPr/>
        <p:txBody>
          <a:bodyPr/>
          <a:lstStyle/>
          <a:p>
            <a:fld id="{1F13045C-3C6C-984E-9E52-625FBD3806FC}" type="datetimeFigureOut">
              <a:rPr lang="nb-NO" smtClean="0"/>
              <a:t>09.02.2026</a:t>
            </a:fld>
            <a:endParaRPr lang="nb-NO"/>
          </a:p>
        </p:txBody>
      </p:sp>
      <p:sp>
        <p:nvSpPr>
          <p:cNvPr id="8" name="Plassholder for bunntekst 7">
            <a:extLst>
              <a:ext uri="{FF2B5EF4-FFF2-40B4-BE49-F238E27FC236}">
                <a16:creationId xmlns:a16="http://schemas.microsoft.com/office/drawing/2014/main" id="{9213F2BC-E4E9-5403-3359-59BA163A0B23}"/>
              </a:ext>
            </a:extLst>
          </p:cNvPr>
          <p:cNvSpPr>
            <a:spLocks noGrp="1"/>
          </p:cNvSpPr>
          <p:nvPr>
            <p:ph type="ftr" sz="quarter" idx="11"/>
          </p:nvPr>
        </p:nvSpPr>
        <p:spPr>
          <a:xfrm>
            <a:off x="4038600" y="6356350"/>
            <a:ext cx="4114800" cy="365125"/>
          </a:xfrm>
          <a:prstGeom prst="rect">
            <a:avLst/>
          </a:prstGeom>
        </p:spPr>
        <p:txBody>
          <a:bodyPr/>
          <a:lstStyle/>
          <a:p>
            <a:endParaRPr lang="nb-NO"/>
          </a:p>
        </p:txBody>
      </p:sp>
      <p:sp>
        <p:nvSpPr>
          <p:cNvPr id="9" name="Plassholder for lysbildenummer 8">
            <a:extLst>
              <a:ext uri="{FF2B5EF4-FFF2-40B4-BE49-F238E27FC236}">
                <a16:creationId xmlns:a16="http://schemas.microsoft.com/office/drawing/2014/main" id="{D38CFB09-A5E9-10A4-DBB1-53C27FDDAA58}"/>
              </a:ext>
            </a:extLst>
          </p:cNvPr>
          <p:cNvSpPr>
            <a:spLocks noGrp="1"/>
          </p:cNvSpPr>
          <p:nvPr>
            <p:ph type="sldNum" sz="quarter" idx="12"/>
          </p:nvPr>
        </p:nvSpPr>
        <p:spPr>
          <a:xfrm>
            <a:off x="8153400" y="6356350"/>
            <a:ext cx="2743200" cy="365125"/>
          </a:xfrm>
          <a:prstGeom prst="rect">
            <a:avLst/>
          </a:prstGeom>
        </p:spPr>
        <p:txBody>
          <a:bodyPr/>
          <a:lstStyle/>
          <a:p>
            <a:fld id="{8FC9C88E-EF46-ED41-8A73-6C4CEF71820E}" type="slidenum">
              <a:rPr lang="nb-NO" smtClean="0"/>
              <a:t>‹#›</a:t>
            </a:fld>
            <a:endParaRPr lang="nb-NO"/>
          </a:p>
        </p:txBody>
      </p:sp>
    </p:spTree>
    <p:extLst>
      <p:ext uri="{BB962C8B-B14F-4D97-AF65-F5344CB8AC3E}">
        <p14:creationId xmlns:p14="http://schemas.microsoft.com/office/powerpoint/2010/main" val="4188622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EC4E9735-F812-B355-479E-A3761E1FCEDB}"/>
              </a:ext>
            </a:extLst>
          </p:cNvPr>
          <p:cNvSpPr>
            <a:spLocks noGrp="1"/>
          </p:cNvSpPr>
          <p:nvPr>
            <p:ph type="title"/>
          </p:nvPr>
        </p:nvSpPr>
        <p:spPr/>
        <p:txBody>
          <a:bodyPr/>
          <a:lstStyle>
            <a:lvl1pPr>
              <a:defRPr b="0" i="0">
                <a:latin typeface="Encode Sans SemiBold" pitchFamily="2" charset="77"/>
              </a:defRPr>
            </a:lvl1pPr>
          </a:lstStyle>
          <a:p>
            <a:r>
              <a:rPr lang="nb-NO"/>
              <a:t>Klikk for å redigere tittelstil</a:t>
            </a:r>
          </a:p>
        </p:txBody>
      </p:sp>
      <p:sp>
        <p:nvSpPr>
          <p:cNvPr id="3" name="Plassholder for dato 2">
            <a:extLst>
              <a:ext uri="{FF2B5EF4-FFF2-40B4-BE49-F238E27FC236}">
                <a16:creationId xmlns:a16="http://schemas.microsoft.com/office/drawing/2014/main" id="{3FE26DB2-5AE7-FDA0-4253-8B5CD675E87C}"/>
              </a:ext>
            </a:extLst>
          </p:cNvPr>
          <p:cNvSpPr>
            <a:spLocks noGrp="1"/>
          </p:cNvSpPr>
          <p:nvPr>
            <p:ph type="dt" sz="half" idx="10"/>
          </p:nvPr>
        </p:nvSpPr>
        <p:spPr/>
        <p:txBody>
          <a:bodyPr/>
          <a:lstStyle/>
          <a:p>
            <a:fld id="{1F13045C-3C6C-984E-9E52-625FBD3806FC}" type="datetimeFigureOut">
              <a:rPr lang="nb-NO" smtClean="0"/>
              <a:t>09.02.2026</a:t>
            </a:fld>
            <a:endParaRPr lang="nb-NO"/>
          </a:p>
        </p:txBody>
      </p:sp>
      <p:sp>
        <p:nvSpPr>
          <p:cNvPr id="4" name="Plassholder for bunntekst 3">
            <a:extLst>
              <a:ext uri="{FF2B5EF4-FFF2-40B4-BE49-F238E27FC236}">
                <a16:creationId xmlns:a16="http://schemas.microsoft.com/office/drawing/2014/main" id="{148209E4-CBF5-B9B8-D5CD-0E873E9E08C4}"/>
              </a:ext>
            </a:extLst>
          </p:cNvPr>
          <p:cNvSpPr>
            <a:spLocks noGrp="1"/>
          </p:cNvSpPr>
          <p:nvPr>
            <p:ph type="ftr" sz="quarter" idx="11"/>
          </p:nvPr>
        </p:nvSpPr>
        <p:spPr>
          <a:xfrm>
            <a:off x="4038600" y="6356350"/>
            <a:ext cx="4114800" cy="365125"/>
          </a:xfrm>
          <a:prstGeom prst="rect">
            <a:avLst/>
          </a:prstGeom>
        </p:spPr>
        <p:txBody>
          <a:bodyPr/>
          <a:lstStyle/>
          <a:p>
            <a:endParaRPr lang="nb-NO"/>
          </a:p>
        </p:txBody>
      </p:sp>
      <p:sp>
        <p:nvSpPr>
          <p:cNvPr id="5" name="Plassholder for lysbildenummer 4">
            <a:extLst>
              <a:ext uri="{FF2B5EF4-FFF2-40B4-BE49-F238E27FC236}">
                <a16:creationId xmlns:a16="http://schemas.microsoft.com/office/drawing/2014/main" id="{DF213120-BE34-0E4B-298A-57ADBA050F26}"/>
              </a:ext>
            </a:extLst>
          </p:cNvPr>
          <p:cNvSpPr>
            <a:spLocks noGrp="1"/>
          </p:cNvSpPr>
          <p:nvPr>
            <p:ph type="sldNum" sz="quarter" idx="12"/>
          </p:nvPr>
        </p:nvSpPr>
        <p:spPr>
          <a:xfrm>
            <a:off x="8153400" y="6356350"/>
            <a:ext cx="2743200" cy="365125"/>
          </a:xfrm>
          <a:prstGeom prst="rect">
            <a:avLst/>
          </a:prstGeom>
        </p:spPr>
        <p:txBody>
          <a:bodyPr/>
          <a:lstStyle/>
          <a:p>
            <a:fld id="{8FC9C88E-EF46-ED41-8A73-6C4CEF71820E}" type="slidenum">
              <a:rPr lang="nb-NO" smtClean="0"/>
              <a:t>‹#›</a:t>
            </a:fld>
            <a:endParaRPr lang="nb-NO"/>
          </a:p>
        </p:txBody>
      </p:sp>
    </p:spTree>
    <p:extLst>
      <p:ext uri="{BB962C8B-B14F-4D97-AF65-F5344CB8AC3E}">
        <p14:creationId xmlns:p14="http://schemas.microsoft.com/office/powerpoint/2010/main" val="54584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a:extLst>
              <a:ext uri="{FF2B5EF4-FFF2-40B4-BE49-F238E27FC236}">
                <a16:creationId xmlns:a16="http://schemas.microsoft.com/office/drawing/2014/main" id="{B0C56EDE-21A3-5DBB-8F24-09ECB3EE5551}"/>
              </a:ext>
            </a:extLst>
          </p:cNvPr>
          <p:cNvSpPr>
            <a:spLocks noGrp="1"/>
          </p:cNvSpPr>
          <p:nvPr>
            <p:ph type="dt" sz="half" idx="10"/>
          </p:nvPr>
        </p:nvSpPr>
        <p:spPr/>
        <p:txBody>
          <a:bodyPr/>
          <a:lstStyle/>
          <a:p>
            <a:fld id="{1F13045C-3C6C-984E-9E52-625FBD3806FC}" type="datetimeFigureOut">
              <a:rPr lang="nb-NO" smtClean="0"/>
              <a:t>09.02.2026</a:t>
            </a:fld>
            <a:endParaRPr lang="nb-NO"/>
          </a:p>
        </p:txBody>
      </p:sp>
      <p:sp>
        <p:nvSpPr>
          <p:cNvPr id="3" name="Plassholder for bunntekst 2">
            <a:extLst>
              <a:ext uri="{FF2B5EF4-FFF2-40B4-BE49-F238E27FC236}">
                <a16:creationId xmlns:a16="http://schemas.microsoft.com/office/drawing/2014/main" id="{7CBE8405-71FE-C855-C56C-07095AD6F9FB}"/>
              </a:ext>
            </a:extLst>
          </p:cNvPr>
          <p:cNvSpPr>
            <a:spLocks noGrp="1"/>
          </p:cNvSpPr>
          <p:nvPr>
            <p:ph type="ftr" sz="quarter" idx="11"/>
          </p:nvPr>
        </p:nvSpPr>
        <p:spPr>
          <a:xfrm>
            <a:off x="4038600" y="6356350"/>
            <a:ext cx="4114800" cy="365125"/>
          </a:xfrm>
          <a:prstGeom prst="rect">
            <a:avLst/>
          </a:prstGeom>
        </p:spPr>
        <p:txBody>
          <a:bodyPr/>
          <a:lstStyle/>
          <a:p>
            <a:endParaRPr lang="nb-NO"/>
          </a:p>
        </p:txBody>
      </p:sp>
      <p:sp>
        <p:nvSpPr>
          <p:cNvPr id="4" name="Plassholder for lysbildenummer 3">
            <a:extLst>
              <a:ext uri="{FF2B5EF4-FFF2-40B4-BE49-F238E27FC236}">
                <a16:creationId xmlns:a16="http://schemas.microsoft.com/office/drawing/2014/main" id="{1EAAFB3B-A41E-0ECE-020F-0D0816E15A31}"/>
              </a:ext>
            </a:extLst>
          </p:cNvPr>
          <p:cNvSpPr>
            <a:spLocks noGrp="1"/>
          </p:cNvSpPr>
          <p:nvPr>
            <p:ph type="sldNum" sz="quarter" idx="12"/>
          </p:nvPr>
        </p:nvSpPr>
        <p:spPr>
          <a:xfrm>
            <a:off x="8153400" y="6356350"/>
            <a:ext cx="2743200" cy="365125"/>
          </a:xfrm>
          <a:prstGeom prst="rect">
            <a:avLst/>
          </a:prstGeom>
        </p:spPr>
        <p:txBody>
          <a:bodyPr/>
          <a:lstStyle/>
          <a:p>
            <a:fld id="{8FC9C88E-EF46-ED41-8A73-6C4CEF71820E}" type="slidenum">
              <a:rPr lang="nb-NO" smtClean="0"/>
              <a:t>‹#›</a:t>
            </a:fld>
            <a:endParaRPr lang="nb-NO"/>
          </a:p>
        </p:txBody>
      </p:sp>
    </p:spTree>
    <p:extLst>
      <p:ext uri="{BB962C8B-B14F-4D97-AF65-F5344CB8AC3E}">
        <p14:creationId xmlns:p14="http://schemas.microsoft.com/office/powerpoint/2010/main" val="3600728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9E5FAEA-C3DB-9BB1-D790-09CEDB86711B}"/>
              </a:ext>
            </a:extLst>
          </p:cNvPr>
          <p:cNvSpPr>
            <a:spLocks noGrp="1"/>
          </p:cNvSpPr>
          <p:nvPr>
            <p:ph type="title"/>
          </p:nvPr>
        </p:nvSpPr>
        <p:spPr>
          <a:xfrm>
            <a:off x="839788" y="457200"/>
            <a:ext cx="3932237" cy="1600200"/>
          </a:xfrm>
        </p:spPr>
        <p:txBody>
          <a:bodyPr anchor="b"/>
          <a:lstStyle>
            <a:lvl1pPr>
              <a:defRPr sz="3200" b="1" i="0">
                <a:latin typeface="Encode Sans SemiBold" pitchFamily="2" charset="77"/>
              </a:defRPr>
            </a:lvl1pPr>
          </a:lstStyle>
          <a:p>
            <a:r>
              <a:rPr lang="nb-NO"/>
              <a:t>Klikk for å redigere tittelstil</a:t>
            </a:r>
          </a:p>
        </p:txBody>
      </p:sp>
      <p:sp>
        <p:nvSpPr>
          <p:cNvPr id="3" name="Plassholder for innhold 2">
            <a:extLst>
              <a:ext uri="{FF2B5EF4-FFF2-40B4-BE49-F238E27FC236}">
                <a16:creationId xmlns:a16="http://schemas.microsoft.com/office/drawing/2014/main" id="{0D7B6DC4-1534-4B5D-B5B2-C31B32F9A4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a:extLst>
              <a:ext uri="{FF2B5EF4-FFF2-40B4-BE49-F238E27FC236}">
                <a16:creationId xmlns:a16="http://schemas.microsoft.com/office/drawing/2014/main" id="{0028B687-C24E-4929-2694-68EC2DC3BF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Plassholder for dato 4">
            <a:extLst>
              <a:ext uri="{FF2B5EF4-FFF2-40B4-BE49-F238E27FC236}">
                <a16:creationId xmlns:a16="http://schemas.microsoft.com/office/drawing/2014/main" id="{F2FBE25E-482A-7D1C-ED90-073A07760DBB}"/>
              </a:ext>
            </a:extLst>
          </p:cNvPr>
          <p:cNvSpPr>
            <a:spLocks noGrp="1"/>
          </p:cNvSpPr>
          <p:nvPr>
            <p:ph type="dt" sz="half" idx="10"/>
          </p:nvPr>
        </p:nvSpPr>
        <p:spPr/>
        <p:txBody>
          <a:bodyPr/>
          <a:lstStyle/>
          <a:p>
            <a:fld id="{1F13045C-3C6C-984E-9E52-625FBD3806FC}" type="datetimeFigureOut">
              <a:rPr lang="nb-NO" smtClean="0"/>
              <a:t>09.02.2026</a:t>
            </a:fld>
            <a:endParaRPr lang="nb-NO"/>
          </a:p>
        </p:txBody>
      </p:sp>
      <p:sp>
        <p:nvSpPr>
          <p:cNvPr id="6" name="Plassholder for bunntekst 5">
            <a:extLst>
              <a:ext uri="{FF2B5EF4-FFF2-40B4-BE49-F238E27FC236}">
                <a16:creationId xmlns:a16="http://schemas.microsoft.com/office/drawing/2014/main" id="{6C34E8A8-C71C-3424-6026-D94BF2A76C8C}"/>
              </a:ext>
            </a:extLst>
          </p:cNvPr>
          <p:cNvSpPr>
            <a:spLocks noGrp="1"/>
          </p:cNvSpPr>
          <p:nvPr>
            <p:ph type="ftr" sz="quarter" idx="11"/>
          </p:nvPr>
        </p:nvSpPr>
        <p:spPr>
          <a:xfrm>
            <a:off x="4038600" y="6356350"/>
            <a:ext cx="4114800" cy="365125"/>
          </a:xfrm>
          <a:prstGeom prst="rect">
            <a:avLst/>
          </a:prstGeom>
        </p:spPr>
        <p:txBody>
          <a:bodyPr/>
          <a:lstStyle/>
          <a:p>
            <a:endParaRPr lang="nb-NO"/>
          </a:p>
        </p:txBody>
      </p:sp>
      <p:sp>
        <p:nvSpPr>
          <p:cNvPr id="7" name="Plassholder for lysbildenummer 6">
            <a:extLst>
              <a:ext uri="{FF2B5EF4-FFF2-40B4-BE49-F238E27FC236}">
                <a16:creationId xmlns:a16="http://schemas.microsoft.com/office/drawing/2014/main" id="{AA9A590F-89A3-6F17-321F-5EC584860B23}"/>
              </a:ext>
            </a:extLst>
          </p:cNvPr>
          <p:cNvSpPr>
            <a:spLocks noGrp="1"/>
          </p:cNvSpPr>
          <p:nvPr>
            <p:ph type="sldNum" sz="quarter" idx="12"/>
          </p:nvPr>
        </p:nvSpPr>
        <p:spPr>
          <a:xfrm>
            <a:off x="8153400" y="6356350"/>
            <a:ext cx="2743200" cy="365125"/>
          </a:xfrm>
          <a:prstGeom prst="rect">
            <a:avLst/>
          </a:prstGeom>
        </p:spPr>
        <p:txBody>
          <a:bodyPr/>
          <a:lstStyle/>
          <a:p>
            <a:fld id="{8FC9C88E-EF46-ED41-8A73-6C4CEF71820E}" type="slidenum">
              <a:rPr lang="nb-NO" smtClean="0"/>
              <a:t>‹#›</a:t>
            </a:fld>
            <a:endParaRPr lang="nb-NO"/>
          </a:p>
        </p:txBody>
      </p:sp>
    </p:spTree>
    <p:extLst>
      <p:ext uri="{BB962C8B-B14F-4D97-AF65-F5344CB8AC3E}">
        <p14:creationId xmlns:p14="http://schemas.microsoft.com/office/powerpoint/2010/main" val="29836600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03CEA03-F9CC-D36C-53E4-CA6C354D6F52}"/>
              </a:ext>
            </a:extLst>
          </p:cNvPr>
          <p:cNvSpPr>
            <a:spLocks noGrp="1"/>
          </p:cNvSpPr>
          <p:nvPr>
            <p:ph type="title"/>
          </p:nvPr>
        </p:nvSpPr>
        <p:spPr>
          <a:xfrm>
            <a:off x="839788" y="457200"/>
            <a:ext cx="3932237" cy="1600200"/>
          </a:xfrm>
        </p:spPr>
        <p:txBody>
          <a:bodyPr anchor="b"/>
          <a:lstStyle>
            <a:lvl1pPr>
              <a:defRPr sz="3200" b="1" i="0">
                <a:latin typeface="Encode Sans SemiBold" pitchFamily="2" charset="77"/>
              </a:defRPr>
            </a:lvl1pPr>
          </a:lstStyle>
          <a:p>
            <a:r>
              <a:rPr lang="nb-NO"/>
              <a:t>Klikk for å redigere tittelstil</a:t>
            </a:r>
          </a:p>
        </p:txBody>
      </p:sp>
      <p:sp>
        <p:nvSpPr>
          <p:cNvPr id="3" name="Plassholder for bilde 2">
            <a:extLst>
              <a:ext uri="{FF2B5EF4-FFF2-40B4-BE49-F238E27FC236}">
                <a16:creationId xmlns:a16="http://schemas.microsoft.com/office/drawing/2014/main" id="{640F6A02-D534-CFDA-4036-943EA690CE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a:extLst>
              <a:ext uri="{FF2B5EF4-FFF2-40B4-BE49-F238E27FC236}">
                <a16:creationId xmlns:a16="http://schemas.microsoft.com/office/drawing/2014/main" id="{DD81F69E-56BA-D844-4357-34462D51DC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Plassholder for dato 4">
            <a:extLst>
              <a:ext uri="{FF2B5EF4-FFF2-40B4-BE49-F238E27FC236}">
                <a16:creationId xmlns:a16="http://schemas.microsoft.com/office/drawing/2014/main" id="{3B9F06D0-9064-759C-9BB4-93C52F8D6F0D}"/>
              </a:ext>
            </a:extLst>
          </p:cNvPr>
          <p:cNvSpPr>
            <a:spLocks noGrp="1"/>
          </p:cNvSpPr>
          <p:nvPr>
            <p:ph type="dt" sz="half" idx="10"/>
          </p:nvPr>
        </p:nvSpPr>
        <p:spPr/>
        <p:txBody>
          <a:bodyPr/>
          <a:lstStyle/>
          <a:p>
            <a:fld id="{1F13045C-3C6C-984E-9E52-625FBD3806FC}" type="datetimeFigureOut">
              <a:rPr lang="nb-NO" smtClean="0"/>
              <a:t>09.02.2026</a:t>
            </a:fld>
            <a:endParaRPr lang="nb-NO"/>
          </a:p>
        </p:txBody>
      </p:sp>
      <p:sp>
        <p:nvSpPr>
          <p:cNvPr id="6" name="Plassholder for bunntekst 5">
            <a:extLst>
              <a:ext uri="{FF2B5EF4-FFF2-40B4-BE49-F238E27FC236}">
                <a16:creationId xmlns:a16="http://schemas.microsoft.com/office/drawing/2014/main" id="{FE8221DA-B051-5A37-DCFC-ABBCA7AF7003}"/>
              </a:ext>
            </a:extLst>
          </p:cNvPr>
          <p:cNvSpPr>
            <a:spLocks noGrp="1"/>
          </p:cNvSpPr>
          <p:nvPr>
            <p:ph type="ftr" sz="quarter" idx="11"/>
          </p:nvPr>
        </p:nvSpPr>
        <p:spPr>
          <a:xfrm>
            <a:off x="4038600" y="6356350"/>
            <a:ext cx="4114800" cy="365125"/>
          </a:xfrm>
          <a:prstGeom prst="rect">
            <a:avLst/>
          </a:prstGeom>
        </p:spPr>
        <p:txBody>
          <a:bodyPr/>
          <a:lstStyle/>
          <a:p>
            <a:endParaRPr lang="nb-NO"/>
          </a:p>
        </p:txBody>
      </p:sp>
      <p:sp>
        <p:nvSpPr>
          <p:cNvPr id="7" name="Plassholder for lysbildenummer 6">
            <a:extLst>
              <a:ext uri="{FF2B5EF4-FFF2-40B4-BE49-F238E27FC236}">
                <a16:creationId xmlns:a16="http://schemas.microsoft.com/office/drawing/2014/main" id="{B13F7160-2C2C-07CF-2021-51C63DAF8B33}"/>
              </a:ext>
            </a:extLst>
          </p:cNvPr>
          <p:cNvSpPr>
            <a:spLocks noGrp="1"/>
          </p:cNvSpPr>
          <p:nvPr>
            <p:ph type="sldNum" sz="quarter" idx="12"/>
          </p:nvPr>
        </p:nvSpPr>
        <p:spPr>
          <a:xfrm>
            <a:off x="8153400" y="6356350"/>
            <a:ext cx="2743200" cy="365125"/>
          </a:xfrm>
          <a:prstGeom prst="rect">
            <a:avLst/>
          </a:prstGeom>
        </p:spPr>
        <p:txBody>
          <a:bodyPr/>
          <a:lstStyle/>
          <a:p>
            <a:fld id="{8FC9C88E-EF46-ED41-8A73-6C4CEF71820E}" type="slidenum">
              <a:rPr lang="nb-NO" smtClean="0"/>
              <a:t>‹#›</a:t>
            </a:fld>
            <a:endParaRPr lang="nb-NO"/>
          </a:p>
        </p:txBody>
      </p:sp>
    </p:spTree>
    <p:extLst>
      <p:ext uri="{BB962C8B-B14F-4D97-AF65-F5344CB8AC3E}">
        <p14:creationId xmlns:p14="http://schemas.microsoft.com/office/powerpoint/2010/main" val="1865566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89EA67E-BD89-B9A2-F59D-C71BF2FDA89A}"/>
              </a:ext>
            </a:extLst>
          </p:cNvPr>
          <p:cNvSpPr>
            <a:spLocks noGrp="1"/>
          </p:cNvSpPr>
          <p:nvPr>
            <p:ph type="title"/>
          </p:nvPr>
        </p:nvSpPr>
        <p:spPr/>
        <p:txBody>
          <a:bodyPr/>
          <a:lstStyle/>
          <a:p>
            <a:r>
              <a:rPr lang="nb-NO"/>
              <a:t>Klikk for å redigere tittelstil</a:t>
            </a:r>
          </a:p>
        </p:txBody>
      </p:sp>
      <p:sp>
        <p:nvSpPr>
          <p:cNvPr id="3" name="Plassholder for loddrett tekst 2">
            <a:extLst>
              <a:ext uri="{FF2B5EF4-FFF2-40B4-BE49-F238E27FC236}">
                <a16:creationId xmlns:a16="http://schemas.microsoft.com/office/drawing/2014/main" id="{864F4FD6-BA95-F038-D28F-B62D7162DC7C}"/>
              </a:ext>
            </a:extLst>
          </p:cNvPr>
          <p:cNvSpPr>
            <a:spLocks noGrp="1"/>
          </p:cNvSpPr>
          <p:nvPr>
            <p:ph type="body" orient="vert" idx="1"/>
          </p:nvPr>
        </p:nvSpPr>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B80BD226-A0BD-9FA2-20EB-6D24C80A5499}"/>
              </a:ext>
            </a:extLst>
          </p:cNvPr>
          <p:cNvSpPr>
            <a:spLocks noGrp="1"/>
          </p:cNvSpPr>
          <p:nvPr>
            <p:ph type="dt" sz="half" idx="10"/>
          </p:nvPr>
        </p:nvSpPr>
        <p:spPr/>
        <p:txBody>
          <a:bodyPr/>
          <a:lstStyle/>
          <a:p>
            <a:fld id="{1F13045C-3C6C-984E-9E52-625FBD3806FC}" type="datetimeFigureOut">
              <a:rPr lang="nb-NO" smtClean="0"/>
              <a:t>09.02.2026</a:t>
            </a:fld>
            <a:endParaRPr lang="nb-NO"/>
          </a:p>
        </p:txBody>
      </p:sp>
      <p:sp>
        <p:nvSpPr>
          <p:cNvPr id="5" name="Plassholder for bunntekst 4">
            <a:extLst>
              <a:ext uri="{FF2B5EF4-FFF2-40B4-BE49-F238E27FC236}">
                <a16:creationId xmlns:a16="http://schemas.microsoft.com/office/drawing/2014/main" id="{82824C57-8414-E669-DE46-4BB65BD0AE34}"/>
              </a:ext>
            </a:extLst>
          </p:cNvPr>
          <p:cNvSpPr>
            <a:spLocks noGrp="1"/>
          </p:cNvSpPr>
          <p:nvPr>
            <p:ph type="ftr" sz="quarter" idx="11"/>
          </p:nvPr>
        </p:nvSpPr>
        <p:spPr>
          <a:xfrm>
            <a:off x="4038600" y="6356350"/>
            <a:ext cx="4114800" cy="365125"/>
          </a:xfrm>
          <a:prstGeom prst="rect">
            <a:avLst/>
          </a:prstGeom>
        </p:spPr>
        <p:txBody>
          <a:bodyPr/>
          <a:lstStyle/>
          <a:p>
            <a:endParaRPr lang="nb-NO"/>
          </a:p>
        </p:txBody>
      </p:sp>
      <p:sp>
        <p:nvSpPr>
          <p:cNvPr id="6" name="Plassholder for lysbildenummer 5">
            <a:extLst>
              <a:ext uri="{FF2B5EF4-FFF2-40B4-BE49-F238E27FC236}">
                <a16:creationId xmlns:a16="http://schemas.microsoft.com/office/drawing/2014/main" id="{5381DC96-FB6A-27E4-17F4-5B98899BADC8}"/>
              </a:ext>
            </a:extLst>
          </p:cNvPr>
          <p:cNvSpPr>
            <a:spLocks noGrp="1"/>
          </p:cNvSpPr>
          <p:nvPr>
            <p:ph type="sldNum" sz="quarter" idx="12"/>
          </p:nvPr>
        </p:nvSpPr>
        <p:spPr>
          <a:xfrm>
            <a:off x="8153400" y="6356350"/>
            <a:ext cx="2743200" cy="365125"/>
          </a:xfrm>
          <a:prstGeom prst="rect">
            <a:avLst/>
          </a:prstGeom>
        </p:spPr>
        <p:txBody>
          <a:bodyPr/>
          <a:lstStyle/>
          <a:p>
            <a:fld id="{8FC9C88E-EF46-ED41-8A73-6C4CEF71820E}" type="slidenum">
              <a:rPr lang="nb-NO" smtClean="0"/>
              <a:t>‹#›</a:t>
            </a:fld>
            <a:endParaRPr lang="nb-NO"/>
          </a:p>
        </p:txBody>
      </p:sp>
    </p:spTree>
    <p:extLst>
      <p:ext uri="{BB962C8B-B14F-4D97-AF65-F5344CB8AC3E}">
        <p14:creationId xmlns:p14="http://schemas.microsoft.com/office/powerpoint/2010/main" val="1268117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a:extLst>
              <a:ext uri="{FF2B5EF4-FFF2-40B4-BE49-F238E27FC236}">
                <a16:creationId xmlns:a16="http://schemas.microsoft.com/office/drawing/2014/main" id="{D9F89B33-AD74-AB65-A625-A6A90569B922}"/>
              </a:ext>
            </a:extLst>
          </p:cNvPr>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a:extLst>
              <a:ext uri="{FF2B5EF4-FFF2-40B4-BE49-F238E27FC236}">
                <a16:creationId xmlns:a16="http://schemas.microsoft.com/office/drawing/2014/main" id="{5E78278B-81D1-8094-EBC7-7F2FEBBF25FD}"/>
              </a:ext>
            </a:extLst>
          </p:cNvPr>
          <p:cNvSpPr>
            <a:spLocks noGrp="1"/>
          </p:cNvSpPr>
          <p:nvPr>
            <p:ph type="body" orient="vert" idx="1"/>
          </p:nvPr>
        </p:nvSpPr>
        <p:spPr>
          <a:xfrm>
            <a:off x="838200" y="365125"/>
            <a:ext cx="7734300" cy="5811838"/>
          </a:xfrm>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4E3B7858-1533-930C-D7B8-950B6AC40148}"/>
              </a:ext>
            </a:extLst>
          </p:cNvPr>
          <p:cNvSpPr>
            <a:spLocks noGrp="1"/>
          </p:cNvSpPr>
          <p:nvPr>
            <p:ph type="dt" sz="half" idx="10"/>
          </p:nvPr>
        </p:nvSpPr>
        <p:spPr/>
        <p:txBody>
          <a:bodyPr/>
          <a:lstStyle/>
          <a:p>
            <a:fld id="{1F13045C-3C6C-984E-9E52-625FBD3806FC}" type="datetimeFigureOut">
              <a:rPr lang="nb-NO" smtClean="0"/>
              <a:t>09.02.2026</a:t>
            </a:fld>
            <a:endParaRPr lang="nb-NO"/>
          </a:p>
        </p:txBody>
      </p:sp>
      <p:sp>
        <p:nvSpPr>
          <p:cNvPr id="5" name="Plassholder for bunntekst 4">
            <a:extLst>
              <a:ext uri="{FF2B5EF4-FFF2-40B4-BE49-F238E27FC236}">
                <a16:creationId xmlns:a16="http://schemas.microsoft.com/office/drawing/2014/main" id="{5558329F-217E-52B5-22BC-E2EEF94E7767}"/>
              </a:ext>
            </a:extLst>
          </p:cNvPr>
          <p:cNvSpPr>
            <a:spLocks noGrp="1"/>
          </p:cNvSpPr>
          <p:nvPr>
            <p:ph type="ftr" sz="quarter" idx="11"/>
          </p:nvPr>
        </p:nvSpPr>
        <p:spPr>
          <a:xfrm>
            <a:off x="4038600" y="6356350"/>
            <a:ext cx="4114800" cy="365125"/>
          </a:xfrm>
          <a:prstGeom prst="rect">
            <a:avLst/>
          </a:prstGeom>
        </p:spPr>
        <p:txBody>
          <a:bodyPr/>
          <a:lstStyle/>
          <a:p>
            <a:endParaRPr lang="nb-NO"/>
          </a:p>
        </p:txBody>
      </p:sp>
      <p:sp>
        <p:nvSpPr>
          <p:cNvPr id="6" name="Plassholder for lysbildenummer 5">
            <a:extLst>
              <a:ext uri="{FF2B5EF4-FFF2-40B4-BE49-F238E27FC236}">
                <a16:creationId xmlns:a16="http://schemas.microsoft.com/office/drawing/2014/main" id="{0F02D31D-9513-E0C9-8FEB-5C4A01AE8E08}"/>
              </a:ext>
            </a:extLst>
          </p:cNvPr>
          <p:cNvSpPr>
            <a:spLocks noGrp="1"/>
          </p:cNvSpPr>
          <p:nvPr>
            <p:ph type="sldNum" sz="quarter" idx="12"/>
          </p:nvPr>
        </p:nvSpPr>
        <p:spPr>
          <a:xfrm>
            <a:off x="8153400" y="6356350"/>
            <a:ext cx="2743200" cy="365125"/>
          </a:xfrm>
          <a:prstGeom prst="rect">
            <a:avLst/>
          </a:prstGeom>
        </p:spPr>
        <p:txBody>
          <a:bodyPr/>
          <a:lstStyle/>
          <a:p>
            <a:fld id="{8FC9C88E-EF46-ED41-8A73-6C4CEF71820E}" type="slidenum">
              <a:rPr lang="nb-NO" smtClean="0"/>
              <a:t>‹#›</a:t>
            </a:fld>
            <a:endParaRPr lang="nb-NO"/>
          </a:p>
        </p:txBody>
      </p:sp>
    </p:spTree>
    <p:extLst>
      <p:ext uri="{BB962C8B-B14F-4D97-AF65-F5344CB8AC3E}">
        <p14:creationId xmlns:p14="http://schemas.microsoft.com/office/powerpoint/2010/main" val="1031204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Rektangel 4">
            <a:extLst>
              <a:ext uri="{FF2B5EF4-FFF2-40B4-BE49-F238E27FC236}">
                <a16:creationId xmlns:a16="http://schemas.microsoft.com/office/drawing/2014/main" id="{3C1BBD86-79BF-4EDF-6662-C63BDACF766C}"/>
              </a:ext>
            </a:extLst>
          </p:cNvPr>
          <p:cNvSpPr/>
          <p:nvPr userDrawn="1"/>
        </p:nvSpPr>
        <p:spPr>
          <a:xfrm>
            <a:off x="-80320" y="-104433"/>
            <a:ext cx="12354697" cy="7040691"/>
          </a:xfrm>
          <a:prstGeom prst="rect">
            <a:avLst/>
          </a:prstGeom>
          <a:solidFill>
            <a:schemeClr val="accent6">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7" name="Bilde 6" descr="Et bilde som inneholder tekst&#10;&#10;Automatisk generert beskrivelse">
            <a:extLst>
              <a:ext uri="{FF2B5EF4-FFF2-40B4-BE49-F238E27FC236}">
                <a16:creationId xmlns:a16="http://schemas.microsoft.com/office/drawing/2014/main" id="{4F9204E2-81A6-AC10-08A7-45B80F4AC6DE}"/>
              </a:ext>
            </a:extLst>
          </p:cNvPr>
          <p:cNvPicPr>
            <a:picLocks noChangeAspect="1"/>
          </p:cNvPicPr>
          <p:nvPr userDrawn="1"/>
        </p:nvPicPr>
        <p:blipFill>
          <a:blip r:embed="rId13">
            <a:alphaModFix amt="70000"/>
          </a:blip>
          <a:stretch>
            <a:fillRect/>
          </a:stretch>
        </p:blipFill>
        <p:spPr>
          <a:xfrm>
            <a:off x="-80320" y="-20955"/>
            <a:ext cx="12219972" cy="6873734"/>
          </a:xfrm>
          <a:prstGeom prst="rect">
            <a:avLst/>
          </a:prstGeom>
        </p:spPr>
      </p:pic>
      <p:sp>
        <p:nvSpPr>
          <p:cNvPr id="2" name="Plassholder for tittel 1">
            <a:extLst>
              <a:ext uri="{FF2B5EF4-FFF2-40B4-BE49-F238E27FC236}">
                <a16:creationId xmlns:a16="http://schemas.microsoft.com/office/drawing/2014/main" id="{96916CAC-8000-419D-6230-5E18A97203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a:extLst>
              <a:ext uri="{FF2B5EF4-FFF2-40B4-BE49-F238E27FC236}">
                <a16:creationId xmlns:a16="http://schemas.microsoft.com/office/drawing/2014/main" id="{D77A9ECA-FDF0-E936-B207-06FA885BA7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AA21911E-6989-E9D6-8FE5-D613227400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13045C-3C6C-984E-9E52-625FBD3806FC}" type="datetimeFigureOut">
              <a:rPr lang="nb-NO" smtClean="0"/>
              <a:t>09.02.2026</a:t>
            </a:fld>
            <a:endParaRPr lang="nb-NO"/>
          </a:p>
        </p:txBody>
      </p:sp>
      <p:pic>
        <p:nvPicPr>
          <p:cNvPr id="10" name="Bilde 9">
            <a:extLst>
              <a:ext uri="{FF2B5EF4-FFF2-40B4-BE49-F238E27FC236}">
                <a16:creationId xmlns:a16="http://schemas.microsoft.com/office/drawing/2014/main" id="{910B4920-FC5D-DDBD-1036-61BB2CFB7B6E}"/>
              </a:ext>
            </a:extLst>
          </p:cNvPr>
          <p:cNvPicPr>
            <a:picLocks noChangeAspect="1"/>
          </p:cNvPicPr>
          <p:nvPr userDrawn="1"/>
        </p:nvPicPr>
        <p:blipFill>
          <a:blip r:embed="rId14"/>
          <a:stretch>
            <a:fillRect/>
          </a:stretch>
        </p:blipFill>
        <p:spPr>
          <a:xfrm>
            <a:off x="10796351" y="6046656"/>
            <a:ext cx="1114897" cy="619387"/>
          </a:xfrm>
          <a:prstGeom prst="rect">
            <a:avLst/>
          </a:prstGeom>
        </p:spPr>
      </p:pic>
    </p:spTree>
    <p:extLst>
      <p:ext uri="{BB962C8B-B14F-4D97-AF65-F5344CB8AC3E}">
        <p14:creationId xmlns:p14="http://schemas.microsoft.com/office/powerpoint/2010/main" val="16963477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150000"/>
        </a:lnSpc>
        <a:spcBef>
          <a:spcPct val="0"/>
        </a:spcBef>
        <a:buNone/>
        <a:defRPr sz="4400" b="1" i="0" kern="1200">
          <a:solidFill>
            <a:schemeClr val="bg1"/>
          </a:solidFill>
          <a:latin typeface="Encode Sans SemiBold" pitchFamily="2" charset="77"/>
          <a:ea typeface="+mj-ea"/>
          <a:cs typeface="+mj-cs"/>
        </a:defRPr>
      </a:lvl1pPr>
    </p:titleStyle>
    <p:bodyStyle>
      <a:lvl1pPr marL="228600" indent="-228600" algn="l" defTabSz="914400" rtl="0" eaLnBrk="1" latinLnBrk="0" hangingPunct="1">
        <a:lnSpc>
          <a:spcPct val="150000"/>
        </a:lnSpc>
        <a:spcBef>
          <a:spcPts val="1000"/>
        </a:spcBef>
        <a:buClr>
          <a:schemeClr val="accent1"/>
        </a:buClr>
        <a:buFont typeface="Arial" panose="020B0604020202020204" pitchFamily="34" charset="0"/>
        <a:buChar char="•"/>
        <a:defRPr sz="2800" b="0" i="0" kern="1200">
          <a:solidFill>
            <a:schemeClr val="bg1"/>
          </a:solidFill>
          <a:latin typeface="Encode Sans" pitchFamily="2" charset="77"/>
          <a:ea typeface="+mn-ea"/>
          <a:cs typeface="+mn-cs"/>
        </a:defRPr>
      </a:lvl1pPr>
      <a:lvl2pPr marL="685800" indent="-228600" algn="l" defTabSz="914400" rtl="0" eaLnBrk="1" latinLnBrk="0" hangingPunct="1">
        <a:lnSpc>
          <a:spcPct val="150000"/>
        </a:lnSpc>
        <a:spcBef>
          <a:spcPts val="500"/>
        </a:spcBef>
        <a:buClr>
          <a:schemeClr val="accent1"/>
        </a:buClr>
        <a:buFont typeface="Arial" panose="020B0604020202020204" pitchFamily="34" charset="0"/>
        <a:buChar char="•"/>
        <a:defRPr sz="2400" b="0" i="0" kern="1200">
          <a:solidFill>
            <a:schemeClr val="bg1"/>
          </a:solidFill>
          <a:latin typeface="Encode Sans" pitchFamily="2" charset="77"/>
          <a:ea typeface="+mn-ea"/>
          <a:cs typeface="+mn-cs"/>
        </a:defRPr>
      </a:lvl2pPr>
      <a:lvl3pPr marL="1143000" indent="-228600" algn="l" defTabSz="914400" rtl="0" eaLnBrk="1" latinLnBrk="0" hangingPunct="1">
        <a:lnSpc>
          <a:spcPct val="150000"/>
        </a:lnSpc>
        <a:spcBef>
          <a:spcPts val="500"/>
        </a:spcBef>
        <a:buClr>
          <a:schemeClr val="accent1"/>
        </a:buClr>
        <a:buFont typeface="Arial" panose="020B0604020202020204" pitchFamily="34" charset="0"/>
        <a:buChar char="•"/>
        <a:defRPr sz="2000" b="0" i="0" kern="1200">
          <a:solidFill>
            <a:schemeClr val="bg1"/>
          </a:solidFill>
          <a:latin typeface="Encode Sans" pitchFamily="2" charset="77"/>
          <a:ea typeface="+mn-ea"/>
          <a:cs typeface="+mn-cs"/>
        </a:defRPr>
      </a:lvl3pPr>
      <a:lvl4pPr marL="1600200" indent="-228600" algn="l" defTabSz="914400" rtl="0" eaLnBrk="1" latinLnBrk="0" hangingPunct="1">
        <a:lnSpc>
          <a:spcPct val="150000"/>
        </a:lnSpc>
        <a:spcBef>
          <a:spcPts val="500"/>
        </a:spcBef>
        <a:buClr>
          <a:schemeClr val="accent1"/>
        </a:buClr>
        <a:buFont typeface="Arial" panose="020B0604020202020204" pitchFamily="34" charset="0"/>
        <a:buChar char="•"/>
        <a:defRPr sz="1800" b="0" i="0" kern="1200">
          <a:solidFill>
            <a:schemeClr val="bg1"/>
          </a:solidFill>
          <a:latin typeface="Encode Sans" pitchFamily="2" charset="77"/>
          <a:ea typeface="+mn-ea"/>
          <a:cs typeface="+mn-cs"/>
        </a:defRPr>
      </a:lvl4pPr>
      <a:lvl5pPr marL="2057400" indent="-228600" algn="l" defTabSz="914400" rtl="0" eaLnBrk="1" latinLnBrk="0" hangingPunct="1">
        <a:lnSpc>
          <a:spcPct val="150000"/>
        </a:lnSpc>
        <a:spcBef>
          <a:spcPts val="500"/>
        </a:spcBef>
        <a:buClr>
          <a:schemeClr val="accent1"/>
        </a:buClr>
        <a:buFont typeface="Arial" panose="020B0604020202020204" pitchFamily="34" charset="0"/>
        <a:buChar char="•"/>
        <a:defRPr sz="1800" b="0" i="0" kern="1200">
          <a:solidFill>
            <a:schemeClr val="bg1"/>
          </a:solidFill>
          <a:latin typeface="Encode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8D0442E-4796-1F53-91CB-CC450235F3FF}"/>
              </a:ext>
            </a:extLst>
          </p:cNvPr>
          <p:cNvSpPr>
            <a:spLocks noGrp="1"/>
          </p:cNvSpPr>
          <p:nvPr>
            <p:ph type="ctrTitle"/>
          </p:nvPr>
        </p:nvSpPr>
        <p:spPr/>
        <p:txBody>
          <a:bodyPr>
            <a:normAutofit fontScale="90000"/>
          </a:bodyPr>
          <a:lstStyle/>
          <a:p>
            <a:r>
              <a:rPr lang="nb-NO" dirty="0"/>
              <a:t>Hvordan lage og gi en presentasjon</a:t>
            </a:r>
          </a:p>
        </p:txBody>
      </p:sp>
      <p:sp>
        <p:nvSpPr>
          <p:cNvPr id="3" name="Undertittel 2">
            <a:extLst>
              <a:ext uri="{FF2B5EF4-FFF2-40B4-BE49-F238E27FC236}">
                <a16:creationId xmlns:a16="http://schemas.microsoft.com/office/drawing/2014/main" id="{0CBB4F1F-B8C7-D37E-E3D0-97D56AC3399F}"/>
              </a:ext>
            </a:extLst>
          </p:cNvPr>
          <p:cNvSpPr>
            <a:spLocks noGrp="1"/>
          </p:cNvSpPr>
          <p:nvPr>
            <p:ph type="subTitle" idx="1"/>
          </p:nvPr>
        </p:nvSpPr>
        <p:spPr/>
        <p:txBody>
          <a:bodyPr vert="horz" lIns="91440" tIns="45720" rIns="91440" bIns="45720" rtlCol="0" anchor="t">
            <a:normAutofit/>
          </a:bodyPr>
          <a:lstStyle/>
          <a:p>
            <a:r>
              <a:rPr lang="nb-NO" dirty="0">
                <a:solidFill>
                  <a:schemeClr val="accent1"/>
                </a:solidFill>
                <a:latin typeface="Encode Sans"/>
              </a:rPr>
              <a:t>101 (Mikael Edition?)</a:t>
            </a:r>
            <a:endParaRPr lang="nb-NO" dirty="0">
              <a:solidFill>
                <a:schemeClr val="accent1"/>
              </a:solidFill>
            </a:endParaRPr>
          </a:p>
        </p:txBody>
      </p:sp>
    </p:spTree>
    <p:extLst>
      <p:ext uri="{BB962C8B-B14F-4D97-AF65-F5344CB8AC3E}">
        <p14:creationId xmlns:p14="http://schemas.microsoft.com/office/powerpoint/2010/main" val="286732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16E5D5F6-7B77-9322-A892-C0C4254B3359}"/>
              </a:ext>
            </a:extLst>
          </p:cNvPr>
          <p:cNvSpPr>
            <a:spLocks noGrp="1"/>
          </p:cNvSpPr>
          <p:nvPr>
            <p:ph type="title"/>
          </p:nvPr>
        </p:nvSpPr>
        <p:spPr/>
        <p:txBody>
          <a:bodyPr/>
          <a:lstStyle/>
          <a:p>
            <a:r>
              <a:rPr lang="nb-NO" dirty="0"/>
              <a:t>Hvordan finner du noe å snakke om?</a:t>
            </a:r>
          </a:p>
        </p:txBody>
      </p:sp>
    </p:spTree>
    <p:extLst>
      <p:ext uri="{BB962C8B-B14F-4D97-AF65-F5344CB8AC3E}">
        <p14:creationId xmlns:p14="http://schemas.microsoft.com/office/powerpoint/2010/main" val="4143577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20544-E75B-E39C-9FAE-22E13B588626}"/>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F871CC04-8D11-98F5-5086-6704C69D8243}"/>
              </a:ext>
            </a:extLst>
          </p:cNvPr>
          <p:cNvSpPr>
            <a:spLocks noGrp="1"/>
          </p:cNvSpPr>
          <p:nvPr>
            <p:ph type="title"/>
          </p:nvPr>
        </p:nvSpPr>
        <p:spPr/>
        <p:txBody>
          <a:bodyPr/>
          <a:lstStyle/>
          <a:p>
            <a:r>
              <a:rPr lang="nb-NO" dirty="0"/>
              <a:t>Hvordan finner du noe å snakke om?</a:t>
            </a:r>
          </a:p>
        </p:txBody>
      </p:sp>
      <p:pic>
        <p:nvPicPr>
          <p:cNvPr id="1026" name="Picture 2" descr="What does passion mean? | Lingoland English-English Dictionary">
            <a:extLst>
              <a:ext uri="{FF2B5EF4-FFF2-40B4-BE49-F238E27FC236}">
                <a16:creationId xmlns:a16="http://schemas.microsoft.com/office/drawing/2014/main" id="{17226837-2A9F-AB35-D04F-D4D11C9ADD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0804965">
            <a:off x="823714" y="2602379"/>
            <a:ext cx="4312637" cy="242585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 am an Expert Choose Experience Expertise Skill Level Stock Illustration -  Illustration of concept, choose: 38498920">
            <a:extLst>
              <a:ext uri="{FF2B5EF4-FFF2-40B4-BE49-F238E27FC236}">
                <a16:creationId xmlns:a16="http://schemas.microsoft.com/office/drawing/2014/main" id="{59CBDF87-543F-3E0F-DD16-EAC1F5AEE5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691425">
            <a:off x="5092518" y="2489300"/>
            <a:ext cx="2914148" cy="265201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20 Easy Crafts to Make with Three Supplies or Less">
            <a:extLst>
              <a:ext uri="{FF2B5EF4-FFF2-40B4-BE49-F238E27FC236}">
                <a16:creationId xmlns:a16="http://schemas.microsoft.com/office/drawing/2014/main" id="{0D88EAB1-8403-3A8D-0D1D-49472B9E67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1399517">
            <a:off x="8248651" y="2023903"/>
            <a:ext cx="2400300" cy="33909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B0FB78A-5A13-3A62-CB7E-14B8A9921DF5}"/>
              </a:ext>
            </a:extLst>
          </p:cNvPr>
          <p:cNvSpPr txBox="1"/>
          <p:nvPr/>
        </p:nvSpPr>
        <p:spPr>
          <a:xfrm>
            <a:off x="120631" y="7036870"/>
            <a:ext cx="3882887" cy="523220"/>
          </a:xfrm>
          <a:prstGeom prst="rect">
            <a:avLst/>
          </a:prstGeom>
          <a:noFill/>
        </p:spPr>
        <p:txBody>
          <a:bodyPr wrap="square" rtlCol="0">
            <a:spAutoFit/>
          </a:bodyPr>
          <a:lstStyle/>
          <a:p>
            <a:r>
              <a:rPr lang="en-NO" sz="2800">
                <a:solidFill>
                  <a:schemeClr val="bg1"/>
                </a:solidFill>
                <a:latin typeface="Excalifont" pitchFamily="2" charset="0"/>
              </a:rPr>
              <a:t>Hva brenner jeg for?</a:t>
            </a:r>
          </a:p>
        </p:txBody>
      </p:sp>
      <p:sp>
        <p:nvSpPr>
          <p:cNvPr id="4" name="TextBox 3">
            <a:extLst>
              <a:ext uri="{FF2B5EF4-FFF2-40B4-BE49-F238E27FC236}">
                <a16:creationId xmlns:a16="http://schemas.microsoft.com/office/drawing/2014/main" id="{C1FB4490-E2E9-AA78-A201-DF59CE7D88C7}"/>
              </a:ext>
            </a:extLst>
          </p:cNvPr>
          <p:cNvSpPr txBox="1"/>
          <p:nvPr/>
        </p:nvSpPr>
        <p:spPr>
          <a:xfrm>
            <a:off x="4485993" y="7383004"/>
            <a:ext cx="3455372" cy="954107"/>
          </a:xfrm>
          <a:prstGeom prst="rect">
            <a:avLst/>
          </a:prstGeom>
          <a:noFill/>
        </p:spPr>
        <p:txBody>
          <a:bodyPr wrap="square" rtlCol="0">
            <a:spAutoFit/>
          </a:bodyPr>
          <a:lstStyle/>
          <a:p>
            <a:r>
              <a:rPr lang="en-NO" sz="2800">
                <a:solidFill>
                  <a:schemeClr val="bg1"/>
                </a:solidFill>
                <a:latin typeface="Excalifont" pitchFamily="2" charset="0"/>
              </a:rPr>
              <a:t>Hvor ”ekspert” må man være?</a:t>
            </a:r>
          </a:p>
        </p:txBody>
      </p:sp>
      <p:sp>
        <p:nvSpPr>
          <p:cNvPr id="5" name="TextBox 4">
            <a:extLst>
              <a:ext uri="{FF2B5EF4-FFF2-40B4-BE49-F238E27FC236}">
                <a16:creationId xmlns:a16="http://schemas.microsoft.com/office/drawing/2014/main" id="{707AD4E9-9878-EA44-A89F-082565CA267D}"/>
              </a:ext>
            </a:extLst>
          </p:cNvPr>
          <p:cNvSpPr txBox="1"/>
          <p:nvPr/>
        </p:nvSpPr>
        <p:spPr>
          <a:xfrm>
            <a:off x="8242197" y="7611203"/>
            <a:ext cx="3455372" cy="523220"/>
          </a:xfrm>
          <a:prstGeom prst="rect">
            <a:avLst/>
          </a:prstGeom>
          <a:noFill/>
        </p:spPr>
        <p:txBody>
          <a:bodyPr wrap="square" rtlCol="0">
            <a:spAutoFit/>
          </a:bodyPr>
          <a:lstStyle/>
          <a:p>
            <a:r>
              <a:rPr lang="en-NO" sz="2800">
                <a:solidFill>
                  <a:schemeClr val="bg1"/>
                </a:solidFill>
                <a:latin typeface="Excalifont" pitchFamily="2" charset="0"/>
              </a:rPr>
              <a:t>Veldig tidkrevende</a:t>
            </a:r>
          </a:p>
        </p:txBody>
      </p:sp>
    </p:spTree>
    <p:extLst>
      <p:ext uri="{BB962C8B-B14F-4D97-AF65-F5344CB8AC3E}">
        <p14:creationId xmlns:p14="http://schemas.microsoft.com/office/powerpoint/2010/main" val="3226832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334CC-EDC2-7A34-952D-32CCB73D8409}"/>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226FC3F8-75D7-191C-5980-F3A73477575A}"/>
              </a:ext>
            </a:extLst>
          </p:cNvPr>
          <p:cNvSpPr>
            <a:spLocks noGrp="1"/>
          </p:cNvSpPr>
          <p:nvPr>
            <p:ph type="title"/>
          </p:nvPr>
        </p:nvSpPr>
        <p:spPr/>
        <p:txBody>
          <a:bodyPr/>
          <a:lstStyle/>
          <a:p>
            <a:r>
              <a:rPr lang="nb-NO" dirty="0"/>
              <a:t>Hvordan finner du noe å snakke om?</a:t>
            </a:r>
          </a:p>
        </p:txBody>
      </p:sp>
      <p:pic>
        <p:nvPicPr>
          <p:cNvPr id="1026" name="Picture 2" descr="What does passion mean? | Lingoland English-English Dictionary">
            <a:extLst>
              <a:ext uri="{FF2B5EF4-FFF2-40B4-BE49-F238E27FC236}">
                <a16:creationId xmlns:a16="http://schemas.microsoft.com/office/drawing/2014/main" id="{6ED71B1F-38E2-E145-F903-735688CEA7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0804965">
            <a:off x="823714" y="1980587"/>
            <a:ext cx="4312637" cy="242585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 am an Expert Choose Experience Expertise Skill Level Stock Illustration -  Illustration of concept, choose: 38498920">
            <a:extLst>
              <a:ext uri="{FF2B5EF4-FFF2-40B4-BE49-F238E27FC236}">
                <a16:creationId xmlns:a16="http://schemas.microsoft.com/office/drawing/2014/main" id="{7E5ED446-5E16-C9A9-88A0-9E61B9936E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691425">
            <a:off x="5092518" y="1867508"/>
            <a:ext cx="2914148" cy="265201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20 Easy Crafts to Make with Three Supplies or Less">
            <a:extLst>
              <a:ext uri="{FF2B5EF4-FFF2-40B4-BE49-F238E27FC236}">
                <a16:creationId xmlns:a16="http://schemas.microsoft.com/office/drawing/2014/main" id="{7844759F-7794-A2E4-72F9-56FBFB7B97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1399517">
            <a:off x="8248651" y="1402111"/>
            <a:ext cx="2400300" cy="33909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2C5F0AE-3264-C0F4-C6BB-2F6F0AD0CB4A}"/>
              </a:ext>
            </a:extLst>
          </p:cNvPr>
          <p:cNvSpPr txBox="1"/>
          <p:nvPr/>
        </p:nvSpPr>
        <p:spPr>
          <a:xfrm>
            <a:off x="120631" y="4522270"/>
            <a:ext cx="3882887" cy="523220"/>
          </a:xfrm>
          <a:prstGeom prst="rect">
            <a:avLst/>
          </a:prstGeom>
          <a:noFill/>
        </p:spPr>
        <p:txBody>
          <a:bodyPr wrap="square" rtlCol="0">
            <a:spAutoFit/>
          </a:bodyPr>
          <a:lstStyle/>
          <a:p>
            <a:r>
              <a:rPr lang="en-NO" sz="2800">
                <a:solidFill>
                  <a:schemeClr val="bg1"/>
                </a:solidFill>
                <a:latin typeface="Excalifont" pitchFamily="2" charset="0"/>
              </a:rPr>
              <a:t>Hva brenner jeg for?</a:t>
            </a:r>
          </a:p>
        </p:txBody>
      </p:sp>
      <p:sp>
        <p:nvSpPr>
          <p:cNvPr id="4" name="TextBox 3">
            <a:extLst>
              <a:ext uri="{FF2B5EF4-FFF2-40B4-BE49-F238E27FC236}">
                <a16:creationId xmlns:a16="http://schemas.microsoft.com/office/drawing/2014/main" id="{93C17139-BD6C-B099-E961-D2FAA56E329B}"/>
              </a:ext>
            </a:extLst>
          </p:cNvPr>
          <p:cNvSpPr txBox="1"/>
          <p:nvPr/>
        </p:nvSpPr>
        <p:spPr>
          <a:xfrm>
            <a:off x="4485993" y="4868404"/>
            <a:ext cx="3455372" cy="954107"/>
          </a:xfrm>
          <a:prstGeom prst="rect">
            <a:avLst/>
          </a:prstGeom>
          <a:noFill/>
        </p:spPr>
        <p:txBody>
          <a:bodyPr wrap="square" rtlCol="0">
            <a:spAutoFit/>
          </a:bodyPr>
          <a:lstStyle/>
          <a:p>
            <a:r>
              <a:rPr lang="en-NO" sz="2800">
                <a:solidFill>
                  <a:schemeClr val="bg1"/>
                </a:solidFill>
                <a:latin typeface="Excalifont" pitchFamily="2" charset="0"/>
              </a:rPr>
              <a:t>Hvor ”ekspert” må man være?</a:t>
            </a:r>
          </a:p>
        </p:txBody>
      </p:sp>
      <p:sp>
        <p:nvSpPr>
          <p:cNvPr id="5" name="TextBox 4">
            <a:extLst>
              <a:ext uri="{FF2B5EF4-FFF2-40B4-BE49-F238E27FC236}">
                <a16:creationId xmlns:a16="http://schemas.microsoft.com/office/drawing/2014/main" id="{07F55709-F078-235C-1D28-43C08857DD5A}"/>
              </a:ext>
            </a:extLst>
          </p:cNvPr>
          <p:cNvSpPr txBox="1"/>
          <p:nvPr/>
        </p:nvSpPr>
        <p:spPr>
          <a:xfrm>
            <a:off x="8242197" y="5096603"/>
            <a:ext cx="3455372" cy="523220"/>
          </a:xfrm>
          <a:prstGeom prst="rect">
            <a:avLst/>
          </a:prstGeom>
          <a:noFill/>
        </p:spPr>
        <p:txBody>
          <a:bodyPr wrap="square" rtlCol="0">
            <a:spAutoFit/>
          </a:bodyPr>
          <a:lstStyle/>
          <a:p>
            <a:r>
              <a:rPr lang="en-NO" sz="2800">
                <a:solidFill>
                  <a:schemeClr val="bg1"/>
                </a:solidFill>
                <a:latin typeface="Excalifont" pitchFamily="2" charset="0"/>
              </a:rPr>
              <a:t>Veldig tidkrevende</a:t>
            </a:r>
          </a:p>
        </p:txBody>
      </p:sp>
      <p:sp>
        <p:nvSpPr>
          <p:cNvPr id="6" name="TextBox 5">
            <a:extLst>
              <a:ext uri="{FF2B5EF4-FFF2-40B4-BE49-F238E27FC236}">
                <a16:creationId xmlns:a16="http://schemas.microsoft.com/office/drawing/2014/main" id="{9B2AFBE8-E7CC-134B-E9CD-CED01427B6A2}"/>
              </a:ext>
            </a:extLst>
          </p:cNvPr>
          <p:cNvSpPr txBox="1"/>
          <p:nvPr/>
        </p:nvSpPr>
        <p:spPr>
          <a:xfrm>
            <a:off x="-11901797" y="2967335"/>
            <a:ext cx="11107447" cy="923330"/>
          </a:xfrm>
          <a:prstGeom prst="rect">
            <a:avLst/>
          </a:prstGeom>
          <a:noFill/>
        </p:spPr>
        <p:txBody>
          <a:bodyPr wrap="square" rtlCol="0">
            <a:spAutoFit/>
          </a:bodyPr>
          <a:lstStyle/>
          <a:p>
            <a:r>
              <a:rPr lang="en-NO" sz="5400">
                <a:solidFill>
                  <a:schemeClr val="bg1"/>
                </a:solidFill>
                <a:latin typeface="Excalifont" pitchFamily="2" charset="0"/>
              </a:rPr>
              <a:t>Hvilken endring ønsker du å se?</a:t>
            </a:r>
          </a:p>
        </p:txBody>
      </p:sp>
    </p:spTree>
    <p:extLst>
      <p:ext uri="{BB962C8B-B14F-4D97-AF65-F5344CB8AC3E}">
        <p14:creationId xmlns:p14="http://schemas.microsoft.com/office/powerpoint/2010/main" val="36582333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0AF77-B53F-7C74-1985-43E9C3E18D76}"/>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CE8DEF89-E143-181F-08C4-9A8B12D55242}"/>
              </a:ext>
            </a:extLst>
          </p:cNvPr>
          <p:cNvSpPr>
            <a:spLocks noGrp="1"/>
          </p:cNvSpPr>
          <p:nvPr>
            <p:ph type="title"/>
          </p:nvPr>
        </p:nvSpPr>
        <p:spPr/>
        <p:txBody>
          <a:bodyPr/>
          <a:lstStyle/>
          <a:p>
            <a:r>
              <a:rPr lang="nb-NO" dirty="0"/>
              <a:t>Hvordan finner du noe å snakke om?</a:t>
            </a:r>
          </a:p>
        </p:txBody>
      </p:sp>
      <p:pic>
        <p:nvPicPr>
          <p:cNvPr id="1026" name="Picture 2" descr="What does passion mean? | Lingoland English-English Dictionary">
            <a:extLst>
              <a:ext uri="{FF2B5EF4-FFF2-40B4-BE49-F238E27FC236}">
                <a16:creationId xmlns:a16="http://schemas.microsoft.com/office/drawing/2014/main" id="{375E1A23-D23F-F14C-C01F-BB02476AB1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0804965">
            <a:off x="13442434" y="1980587"/>
            <a:ext cx="4312637" cy="242585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 am an Expert Choose Experience Expertise Skill Level Stock Illustration -  Illustration of concept, choose: 38498920">
            <a:extLst>
              <a:ext uri="{FF2B5EF4-FFF2-40B4-BE49-F238E27FC236}">
                <a16:creationId xmlns:a16="http://schemas.microsoft.com/office/drawing/2014/main" id="{328D7106-A23D-8E8E-FC67-717D2BC45C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691425">
            <a:off x="17711238" y="1867508"/>
            <a:ext cx="2914148" cy="265201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20 Easy Crafts to Make with Three Supplies or Less">
            <a:extLst>
              <a:ext uri="{FF2B5EF4-FFF2-40B4-BE49-F238E27FC236}">
                <a16:creationId xmlns:a16="http://schemas.microsoft.com/office/drawing/2014/main" id="{D3192C93-884F-B835-4151-E1D6D8EAA1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1399517">
            <a:off x="20867371" y="1402111"/>
            <a:ext cx="2400300" cy="33909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E71E9A4-B9D6-95EC-5BAC-65F412DF233B}"/>
              </a:ext>
            </a:extLst>
          </p:cNvPr>
          <p:cNvSpPr txBox="1"/>
          <p:nvPr/>
        </p:nvSpPr>
        <p:spPr>
          <a:xfrm>
            <a:off x="12739351" y="4522270"/>
            <a:ext cx="3882887" cy="523220"/>
          </a:xfrm>
          <a:prstGeom prst="rect">
            <a:avLst/>
          </a:prstGeom>
          <a:noFill/>
        </p:spPr>
        <p:txBody>
          <a:bodyPr wrap="square" rtlCol="0">
            <a:spAutoFit/>
          </a:bodyPr>
          <a:lstStyle/>
          <a:p>
            <a:r>
              <a:rPr lang="en-NO" sz="2800">
                <a:solidFill>
                  <a:schemeClr val="bg1"/>
                </a:solidFill>
                <a:latin typeface="Excalifont" pitchFamily="2" charset="0"/>
              </a:rPr>
              <a:t>Hva brenner jeg for?</a:t>
            </a:r>
          </a:p>
        </p:txBody>
      </p:sp>
      <p:sp>
        <p:nvSpPr>
          <p:cNvPr id="4" name="TextBox 3">
            <a:extLst>
              <a:ext uri="{FF2B5EF4-FFF2-40B4-BE49-F238E27FC236}">
                <a16:creationId xmlns:a16="http://schemas.microsoft.com/office/drawing/2014/main" id="{7F4F1FCF-085F-1A9C-C496-0FF40C048304}"/>
              </a:ext>
            </a:extLst>
          </p:cNvPr>
          <p:cNvSpPr txBox="1"/>
          <p:nvPr/>
        </p:nvSpPr>
        <p:spPr>
          <a:xfrm>
            <a:off x="17104713" y="4868404"/>
            <a:ext cx="3455372" cy="954107"/>
          </a:xfrm>
          <a:prstGeom prst="rect">
            <a:avLst/>
          </a:prstGeom>
          <a:noFill/>
        </p:spPr>
        <p:txBody>
          <a:bodyPr wrap="square" rtlCol="0">
            <a:spAutoFit/>
          </a:bodyPr>
          <a:lstStyle/>
          <a:p>
            <a:r>
              <a:rPr lang="en-NO" sz="2800">
                <a:solidFill>
                  <a:schemeClr val="bg1"/>
                </a:solidFill>
                <a:latin typeface="Excalifont" pitchFamily="2" charset="0"/>
              </a:rPr>
              <a:t>Hvor ”ekspert” må man være?</a:t>
            </a:r>
          </a:p>
        </p:txBody>
      </p:sp>
      <p:sp>
        <p:nvSpPr>
          <p:cNvPr id="5" name="TextBox 4">
            <a:extLst>
              <a:ext uri="{FF2B5EF4-FFF2-40B4-BE49-F238E27FC236}">
                <a16:creationId xmlns:a16="http://schemas.microsoft.com/office/drawing/2014/main" id="{F0D0397E-AF69-C50B-2E0B-D94F979037DD}"/>
              </a:ext>
            </a:extLst>
          </p:cNvPr>
          <p:cNvSpPr txBox="1"/>
          <p:nvPr/>
        </p:nvSpPr>
        <p:spPr>
          <a:xfrm>
            <a:off x="20860917" y="5096603"/>
            <a:ext cx="3455372" cy="523220"/>
          </a:xfrm>
          <a:prstGeom prst="rect">
            <a:avLst/>
          </a:prstGeom>
          <a:noFill/>
        </p:spPr>
        <p:txBody>
          <a:bodyPr wrap="square" rtlCol="0">
            <a:spAutoFit/>
          </a:bodyPr>
          <a:lstStyle/>
          <a:p>
            <a:r>
              <a:rPr lang="en-NO" sz="2800">
                <a:solidFill>
                  <a:schemeClr val="bg1"/>
                </a:solidFill>
                <a:latin typeface="Excalifont" pitchFamily="2" charset="0"/>
              </a:rPr>
              <a:t>Veldig tidkrevende</a:t>
            </a:r>
          </a:p>
        </p:txBody>
      </p:sp>
      <p:sp>
        <p:nvSpPr>
          <p:cNvPr id="8" name="TextBox 7">
            <a:extLst>
              <a:ext uri="{FF2B5EF4-FFF2-40B4-BE49-F238E27FC236}">
                <a16:creationId xmlns:a16="http://schemas.microsoft.com/office/drawing/2014/main" id="{A5DEB134-C03A-A733-B76E-602C8E145870}"/>
              </a:ext>
            </a:extLst>
          </p:cNvPr>
          <p:cNvSpPr txBox="1"/>
          <p:nvPr/>
        </p:nvSpPr>
        <p:spPr>
          <a:xfrm>
            <a:off x="855822" y="2967335"/>
            <a:ext cx="11107447" cy="923330"/>
          </a:xfrm>
          <a:prstGeom prst="rect">
            <a:avLst/>
          </a:prstGeom>
          <a:noFill/>
        </p:spPr>
        <p:txBody>
          <a:bodyPr wrap="square" rtlCol="0">
            <a:spAutoFit/>
          </a:bodyPr>
          <a:lstStyle/>
          <a:p>
            <a:r>
              <a:rPr lang="en-NO" sz="5400" dirty="0">
                <a:solidFill>
                  <a:schemeClr val="bg1"/>
                </a:solidFill>
                <a:latin typeface="Excalifont" pitchFamily="2" charset="0"/>
              </a:rPr>
              <a:t>Hvilken endring ønsker du å se?</a:t>
            </a:r>
          </a:p>
        </p:txBody>
      </p:sp>
    </p:spTree>
    <p:extLst>
      <p:ext uri="{BB962C8B-B14F-4D97-AF65-F5344CB8AC3E}">
        <p14:creationId xmlns:p14="http://schemas.microsoft.com/office/powerpoint/2010/main" val="17639293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08AC0BA-A6FD-6539-0305-B5A3281A2C39}"/>
              </a:ext>
            </a:extLst>
          </p:cNvPr>
          <p:cNvSpPr txBox="1"/>
          <p:nvPr/>
        </p:nvSpPr>
        <p:spPr>
          <a:xfrm>
            <a:off x="3517964" y="4003645"/>
            <a:ext cx="6260969" cy="400110"/>
          </a:xfrm>
          <a:prstGeom prst="rect">
            <a:avLst/>
          </a:prstGeom>
          <a:noFill/>
        </p:spPr>
        <p:txBody>
          <a:bodyPr wrap="square" rtlCol="0">
            <a:spAutoFit/>
          </a:bodyPr>
          <a:lstStyle/>
          <a:p>
            <a:r>
              <a:rPr lang="en-NO" sz="2000">
                <a:solidFill>
                  <a:schemeClr val="bg1"/>
                </a:solidFill>
                <a:latin typeface="Excalifont" pitchFamily="2" charset="0"/>
              </a:rPr>
              <a:t>Hva løser det du skal snakke om for dem?</a:t>
            </a:r>
          </a:p>
        </p:txBody>
      </p:sp>
      <p:sp>
        <p:nvSpPr>
          <p:cNvPr id="8" name="TextBox 7">
            <a:extLst>
              <a:ext uri="{FF2B5EF4-FFF2-40B4-BE49-F238E27FC236}">
                <a16:creationId xmlns:a16="http://schemas.microsoft.com/office/drawing/2014/main" id="{C02C4AF2-E2D3-0378-7190-FCE373C63320}"/>
              </a:ext>
            </a:extLst>
          </p:cNvPr>
          <p:cNvSpPr txBox="1"/>
          <p:nvPr/>
        </p:nvSpPr>
        <p:spPr>
          <a:xfrm>
            <a:off x="3517965" y="3457545"/>
            <a:ext cx="6260969" cy="400110"/>
          </a:xfrm>
          <a:prstGeom prst="rect">
            <a:avLst/>
          </a:prstGeom>
          <a:noFill/>
        </p:spPr>
        <p:txBody>
          <a:bodyPr wrap="square" rtlCol="0">
            <a:spAutoFit/>
          </a:bodyPr>
          <a:lstStyle/>
          <a:p>
            <a:r>
              <a:rPr lang="en-NO" sz="2000">
                <a:solidFill>
                  <a:schemeClr val="bg1"/>
                </a:solidFill>
                <a:latin typeface="Excalifont" pitchFamily="2" charset="0"/>
              </a:rPr>
              <a:t>Hvorfor skal noen bry seg?</a:t>
            </a:r>
          </a:p>
        </p:txBody>
      </p:sp>
      <p:sp>
        <p:nvSpPr>
          <p:cNvPr id="2" name="Title 1">
            <a:extLst>
              <a:ext uri="{FF2B5EF4-FFF2-40B4-BE49-F238E27FC236}">
                <a16:creationId xmlns:a16="http://schemas.microsoft.com/office/drawing/2014/main" id="{2D81AB18-1B65-7634-A9FC-6CBA74AB1EB0}"/>
              </a:ext>
            </a:extLst>
          </p:cNvPr>
          <p:cNvSpPr>
            <a:spLocks noGrp="1"/>
          </p:cNvSpPr>
          <p:nvPr>
            <p:ph type="title"/>
          </p:nvPr>
        </p:nvSpPr>
        <p:spPr/>
        <p:txBody>
          <a:bodyPr/>
          <a:lstStyle/>
          <a:p>
            <a:r>
              <a:rPr lang="en-NO"/>
              <a:t>Presentasjonstruktur™</a:t>
            </a:r>
          </a:p>
        </p:txBody>
      </p:sp>
      <p:sp>
        <p:nvSpPr>
          <p:cNvPr id="4" name="Rectangle 3">
            <a:extLst>
              <a:ext uri="{FF2B5EF4-FFF2-40B4-BE49-F238E27FC236}">
                <a16:creationId xmlns:a16="http://schemas.microsoft.com/office/drawing/2014/main" id="{935979F6-26F8-97D9-9D03-6616FB767D0F}"/>
              </a:ext>
            </a:extLst>
          </p:cNvPr>
          <p:cNvSpPr/>
          <p:nvPr/>
        </p:nvSpPr>
        <p:spPr>
          <a:xfrm>
            <a:off x="838200" y="2235200"/>
            <a:ext cx="2438400" cy="2844800"/>
          </a:xfrm>
          <a:prstGeom prst="rect">
            <a:avLst/>
          </a:prstGeom>
          <a:solidFill>
            <a:schemeClr val="tx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O" sz="5400">
                <a:latin typeface="Excalifont" pitchFamily="2" charset="0"/>
              </a:rPr>
              <a:t>Why?</a:t>
            </a:r>
          </a:p>
        </p:txBody>
      </p:sp>
      <p:sp>
        <p:nvSpPr>
          <p:cNvPr id="6" name="Rectangle 5">
            <a:extLst>
              <a:ext uri="{FF2B5EF4-FFF2-40B4-BE49-F238E27FC236}">
                <a16:creationId xmlns:a16="http://schemas.microsoft.com/office/drawing/2014/main" id="{66A4483F-5097-C8BD-E4D7-A44F4E76AB02}"/>
              </a:ext>
            </a:extLst>
          </p:cNvPr>
          <p:cNvSpPr/>
          <p:nvPr/>
        </p:nvSpPr>
        <p:spPr>
          <a:xfrm>
            <a:off x="3365500" y="2235200"/>
            <a:ext cx="5930900" cy="2844800"/>
          </a:xfrm>
          <a:prstGeom prst="rect">
            <a:avLst/>
          </a:prstGeom>
          <a:solidFill>
            <a:srgbClr val="063A6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O" sz="5400">
                <a:latin typeface="Excalifont" pitchFamily="2" charset="0"/>
              </a:rPr>
              <a:t>How?</a:t>
            </a:r>
          </a:p>
        </p:txBody>
      </p:sp>
      <p:sp>
        <p:nvSpPr>
          <p:cNvPr id="7" name="Rectangle 6">
            <a:extLst>
              <a:ext uri="{FF2B5EF4-FFF2-40B4-BE49-F238E27FC236}">
                <a16:creationId xmlns:a16="http://schemas.microsoft.com/office/drawing/2014/main" id="{398E5439-238D-1321-A060-2C8FD2E60459}"/>
              </a:ext>
            </a:extLst>
          </p:cNvPr>
          <p:cNvSpPr/>
          <p:nvPr/>
        </p:nvSpPr>
        <p:spPr>
          <a:xfrm>
            <a:off x="9385300" y="2235200"/>
            <a:ext cx="1752600" cy="2844800"/>
          </a:xfrm>
          <a:prstGeom prst="rect">
            <a:avLst/>
          </a:prstGeom>
          <a:solidFill>
            <a:srgbClr val="6E2A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O" sz="5400">
                <a:latin typeface="Excalifont" pitchFamily="2" charset="0"/>
              </a:rPr>
              <a:t>🔨</a:t>
            </a:r>
          </a:p>
        </p:txBody>
      </p:sp>
    </p:spTree>
    <p:extLst>
      <p:ext uri="{BB962C8B-B14F-4D97-AF65-F5344CB8AC3E}">
        <p14:creationId xmlns:p14="http://schemas.microsoft.com/office/powerpoint/2010/main" val="940053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4D934-D8E2-159B-A0B1-50B23CA5E1E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5DBA51F-E025-E267-0406-9C546531CB75}"/>
              </a:ext>
            </a:extLst>
          </p:cNvPr>
          <p:cNvSpPr txBox="1"/>
          <p:nvPr/>
        </p:nvSpPr>
        <p:spPr>
          <a:xfrm>
            <a:off x="12782629" y="3429000"/>
            <a:ext cx="6904363" cy="400110"/>
          </a:xfrm>
          <a:prstGeom prst="rect">
            <a:avLst/>
          </a:prstGeom>
          <a:noFill/>
        </p:spPr>
        <p:txBody>
          <a:bodyPr wrap="square" rtlCol="0">
            <a:spAutoFit/>
          </a:bodyPr>
          <a:lstStyle/>
          <a:p>
            <a:r>
              <a:rPr lang="en-NO" sz="2000">
                <a:solidFill>
                  <a:schemeClr val="bg1"/>
                </a:solidFill>
                <a:latin typeface="Excalifont" pitchFamily="2" charset="0"/>
              </a:rPr>
              <a:t>Hvordan kan man, </a:t>
            </a:r>
            <a:r>
              <a:rPr lang="en-GB" sz="2000" dirty="0">
                <a:solidFill>
                  <a:schemeClr val="bg1"/>
                </a:solidFill>
                <a:latin typeface="Excalifont" pitchFamily="2" charset="0"/>
              </a:rPr>
              <a:t>I</a:t>
            </a:r>
            <a:r>
              <a:rPr lang="en-NO" sz="2000">
                <a:solidFill>
                  <a:schemeClr val="bg1"/>
                </a:solidFill>
                <a:latin typeface="Excalifont" pitchFamily="2" charset="0"/>
              </a:rPr>
              <a:t> praksis, addressere problemet?</a:t>
            </a:r>
          </a:p>
        </p:txBody>
      </p:sp>
      <p:sp>
        <p:nvSpPr>
          <p:cNvPr id="3" name="TextBox 2">
            <a:extLst>
              <a:ext uri="{FF2B5EF4-FFF2-40B4-BE49-F238E27FC236}">
                <a16:creationId xmlns:a16="http://schemas.microsoft.com/office/drawing/2014/main" id="{35D006F9-A5AA-5632-B0D5-3A62DF0EFCDA}"/>
              </a:ext>
            </a:extLst>
          </p:cNvPr>
          <p:cNvSpPr txBox="1"/>
          <p:nvPr/>
        </p:nvSpPr>
        <p:spPr>
          <a:xfrm>
            <a:off x="2755965" y="3457545"/>
            <a:ext cx="6260969" cy="400110"/>
          </a:xfrm>
          <a:prstGeom prst="rect">
            <a:avLst/>
          </a:prstGeom>
          <a:noFill/>
        </p:spPr>
        <p:txBody>
          <a:bodyPr wrap="square" rtlCol="0">
            <a:spAutoFit/>
          </a:bodyPr>
          <a:lstStyle/>
          <a:p>
            <a:r>
              <a:rPr lang="en-NO" sz="2000">
                <a:solidFill>
                  <a:schemeClr val="bg1"/>
                </a:solidFill>
                <a:latin typeface="Excalifont" pitchFamily="2" charset="0"/>
              </a:rPr>
              <a:t>Hvorfor skal noen bry seg?</a:t>
            </a:r>
          </a:p>
        </p:txBody>
      </p:sp>
      <p:sp>
        <p:nvSpPr>
          <p:cNvPr id="8" name="TextBox 7">
            <a:extLst>
              <a:ext uri="{FF2B5EF4-FFF2-40B4-BE49-F238E27FC236}">
                <a16:creationId xmlns:a16="http://schemas.microsoft.com/office/drawing/2014/main" id="{23A04CEA-7678-F254-0F2E-3C67ACE28767}"/>
              </a:ext>
            </a:extLst>
          </p:cNvPr>
          <p:cNvSpPr txBox="1"/>
          <p:nvPr/>
        </p:nvSpPr>
        <p:spPr>
          <a:xfrm>
            <a:off x="2755965" y="4003645"/>
            <a:ext cx="6260969" cy="400110"/>
          </a:xfrm>
          <a:prstGeom prst="rect">
            <a:avLst/>
          </a:prstGeom>
          <a:noFill/>
        </p:spPr>
        <p:txBody>
          <a:bodyPr wrap="square" rtlCol="0">
            <a:spAutoFit/>
          </a:bodyPr>
          <a:lstStyle/>
          <a:p>
            <a:r>
              <a:rPr lang="en-NO" sz="2000">
                <a:solidFill>
                  <a:schemeClr val="bg1"/>
                </a:solidFill>
                <a:latin typeface="Excalifont" pitchFamily="2" charset="0"/>
              </a:rPr>
              <a:t>Hva løser det du skal snakke om for dem?</a:t>
            </a:r>
          </a:p>
        </p:txBody>
      </p:sp>
      <p:sp>
        <p:nvSpPr>
          <p:cNvPr id="2" name="Title 1">
            <a:extLst>
              <a:ext uri="{FF2B5EF4-FFF2-40B4-BE49-F238E27FC236}">
                <a16:creationId xmlns:a16="http://schemas.microsoft.com/office/drawing/2014/main" id="{FFBEE19F-B89C-8983-672C-8D132B599CD5}"/>
              </a:ext>
            </a:extLst>
          </p:cNvPr>
          <p:cNvSpPr>
            <a:spLocks noGrp="1"/>
          </p:cNvSpPr>
          <p:nvPr>
            <p:ph type="title"/>
          </p:nvPr>
        </p:nvSpPr>
        <p:spPr/>
        <p:txBody>
          <a:bodyPr/>
          <a:lstStyle/>
          <a:p>
            <a:r>
              <a:rPr lang="en-NO"/>
              <a:t>Presentasjonstruktur™</a:t>
            </a:r>
          </a:p>
        </p:txBody>
      </p:sp>
      <p:sp>
        <p:nvSpPr>
          <p:cNvPr id="6" name="Rectangle 5">
            <a:extLst>
              <a:ext uri="{FF2B5EF4-FFF2-40B4-BE49-F238E27FC236}">
                <a16:creationId xmlns:a16="http://schemas.microsoft.com/office/drawing/2014/main" id="{B187D86D-3B88-43DE-D2C1-B3867A09E7E0}"/>
              </a:ext>
            </a:extLst>
          </p:cNvPr>
          <p:cNvSpPr/>
          <p:nvPr/>
        </p:nvSpPr>
        <p:spPr>
          <a:xfrm>
            <a:off x="9182100" y="2235200"/>
            <a:ext cx="1892300" cy="2844800"/>
          </a:xfrm>
          <a:prstGeom prst="rect">
            <a:avLst/>
          </a:prstGeom>
          <a:solidFill>
            <a:srgbClr val="063A6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O" sz="5400">
                <a:latin typeface="Excalifont" pitchFamily="2" charset="0"/>
              </a:rPr>
              <a:t>How?</a:t>
            </a:r>
          </a:p>
        </p:txBody>
      </p:sp>
      <p:sp>
        <p:nvSpPr>
          <p:cNvPr id="7" name="Rectangle 6">
            <a:extLst>
              <a:ext uri="{FF2B5EF4-FFF2-40B4-BE49-F238E27FC236}">
                <a16:creationId xmlns:a16="http://schemas.microsoft.com/office/drawing/2014/main" id="{D0FB850F-96CC-E4C6-2226-B5FFAA021E19}"/>
              </a:ext>
            </a:extLst>
          </p:cNvPr>
          <p:cNvSpPr/>
          <p:nvPr/>
        </p:nvSpPr>
        <p:spPr>
          <a:xfrm>
            <a:off x="11163300" y="2235200"/>
            <a:ext cx="1028700" cy="2844800"/>
          </a:xfrm>
          <a:prstGeom prst="rect">
            <a:avLst/>
          </a:prstGeom>
          <a:solidFill>
            <a:srgbClr val="6E2A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O" sz="5400">
                <a:latin typeface="Excalifont" pitchFamily="2" charset="0"/>
              </a:rPr>
              <a:t>🔨</a:t>
            </a:r>
          </a:p>
        </p:txBody>
      </p:sp>
      <p:sp>
        <p:nvSpPr>
          <p:cNvPr id="9" name="Rectangle 8">
            <a:extLst>
              <a:ext uri="{FF2B5EF4-FFF2-40B4-BE49-F238E27FC236}">
                <a16:creationId xmlns:a16="http://schemas.microsoft.com/office/drawing/2014/main" id="{876BB33E-8D2C-82A8-C2D6-74110768D619}"/>
              </a:ext>
            </a:extLst>
          </p:cNvPr>
          <p:cNvSpPr/>
          <p:nvPr/>
        </p:nvSpPr>
        <p:spPr>
          <a:xfrm>
            <a:off x="-476666" y="2235200"/>
            <a:ext cx="584616" cy="28448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O"/>
          </a:p>
        </p:txBody>
      </p:sp>
      <p:sp>
        <p:nvSpPr>
          <p:cNvPr id="10" name="Rectangle 9">
            <a:extLst>
              <a:ext uri="{FF2B5EF4-FFF2-40B4-BE49-F238E27FC236}">
                <a16:creationId xmlns:a16="http://schemas.microsoft.com/office/drawing/2014/main" id="{352ED9D9-F3F1-4288-0F52-C76B74919FDF}"/>
              </a:ext>
            </a:extLst>
          </p:cNvPr>
          <p:cNvSpPr/>
          <p:nvPr/>
        </p:nvSpPr>
        <p:spPr>
          <a:xfrm>
            <a:off x="12192000" y="2235200"/>
            <a:ext cx="584616" cy="28448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O"/>
          </a:p>
        </p:txBody>
      </p:sp>
      <p:sp>
        <p:nvSpPr>
          <p:cNvPr id="4" name="Rectangle 3">
            <a:extLst>
              <a:ext uri="{FF2B5EF4-FFF2-40B4-BE49-F238E27FC236}">
                <a16:creationId xmlns:a16="http://schemas.microsoft.com/office/drawing/2014/main" id="{6A1FFCA1-4AD0-6F5A-93BB-24B29DC023AA}"/>
              </a:ext>
            </a:extLst>
          </p:cNvPr>
          <p:cNvSpPr/>
          <p:nvPr/>
        </p:nvSpPr>
        <p:spPr>
          <a:xfrm>
            <a:off x="152400" y="2235200"/>
            <a:ext cx="2438400" cy="2844800"/>
          </a:xfrm>
          <a:prstGeom prst="rect">
            <a:avLst/>
          </a:prstGeom>
          <a:solidFill>
            <a:schemeClr val="tx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O" sz="5400">
                <a:latin typeface="Excalifont" pitchFamily="2" charset="0"/>
              </a:rPr>
              <a:t>Why?</a:t>
            </a:r>
          </a:p>
        </p:txBody>
      </p:sp>
    </p:spTree>
    <p:extLst>
      <p:ext uri="{BB962C8B-B14F-4D97-AF65-F5344CB8AC3E}">
        <p14:creationId xmlns:p14="http://schemas.microsoft.com/office/powerpoint/2010/main" val="26496465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1AA78-CD10-9763-4647-D4CEC9CAA09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EA5CCB6-D5A9-7AB6-6B08-6C3515FCE28A}"/>
              </a:ext>
            </a:extLst>
          </p:cNvPr>
          <p:cNvSpPr txBox="1"/>
          <p:nvPr/>
        </p:nvSpPr>
        <p:spPr>
          <a:xfrm>
            <a:off x="4110734" y="3429000"/>
            <a:ext cx="6904363" cy="400110"/>
          </a:xfrm>
          <a:prstGeom prst="rect">
            <a:avLst/>
          </a:prstGeom>
          <a:noFill/>
        </p:spPr>
        <p:txBody>
          <a:bodyPr wrap="square" rtlCol="0">
            <a:spAutoFit/>
          </a:bodyPr>
          <a:lstStyle/>
          <a:p>
            <a:r>
              <a:rPr lang="en-NO" sz="2000">
                <a:solidFill>
                  <a:schemeClr val="bg1"/>
                </a:solidFill>
                <a:latin typeface="Excalifont" pitchFamily="2" charset="0"/>
              </a:rPr>
              <a:t>Hvordan kan man, </a:t>
            </a:r>
            <a:r>
              <a:rPr lang="en-GB" sz="2000" dirty="0">
                <a:solidFill>
                  <a:schemeClr val="bg1"/>
                </a:solidFill>
                <a:latin typeface="Excalifont" pitchFamily="2" charset="0"/>
              </a:rPr>
              <a:t>I</a:t>
            </a:r>
            <a:r>
              <a:rPr lang="en-NO" sz="2000">
                <a:solidFill>
                  <a:schemeClr val="bg1"/>
                </a:solidFill>
                <a:latin typeface="Excalifont" pitchFamily="2" charset="0"/>
              </a:rPr>
              <a:t> praksis, addressere problemet?</a:t>
            </a:r>
          </a:p>
        </p:txBody>
      </p:sp>
      <p:sp>
        <p:nvSpPr>
          <p:cNvPr id="11" name="Rectangle 10">
            <a:extLst>
              <a:ext uri="{FF2B5EF4-FFF2-40B4-BE49-F238E27FC236}">
                <a16:creationId xmlns:a16="http://schemas.microsoft.com/office/drawing/2014/main" id="{5E710EDB-1CD4-FFC4-11E1-BA34BE9983DE}"/>
              </a:ext>
            </a:extLst>
          </p:cNvPr>
          <p:cNvSpPr/>
          <p:nvPr/>
        </p:nvSpPr>
        <p:spPr>
          <a:xfrm>
            <a:off x="1238896" y="2235200"/>
            <a:ext cx="1059406" cy="28448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O"/>
          </a:p>
        </p:txBody>
      </p:sp>
      <p:sp>
        <p:nvSpPr>
          <p:cNvPr id="3" name="TextBox 2">
            <a:extLst>
              <a:ext uri="{FF2B5EF4-FFF2-40B4-BE49-F238E27FC236}">
                <a16:creationId xmlns:a16="http://schemas.microsoft.com/office/drawing/2014/main" id="{24E58BA2-ABDD-8D66-4BC7-B1E7EA4243FA}"/>
              </a:ext>
            </a:extLst>
          </p:cNvPr>
          <p:cNvSpPr txBox="1"/>
          <p:nvPr/>
        </p:nvSpPr>
        <p:spPr>
          <a:xfrm>
            <a:off x="-6108569" y="3457545"/>
            <a:ext cx="6260969" cy="400110"/>
          </a:xfrm>
          <a:prstGeom prst="rect">
            <a:avLst/>
          </a:prstGeom>
          <a:noFill/>
        </p:spPr>
        <p:txBody>
          <a:bodyPr wrap="square" rtlCol="0">
            <a:spAutoFit/>
          </a:bodyPr>
          <a:lstStyle/>
          <a:p>
            <a:r>
              <a:rPr lang="en-NO" sz="2000">
                <a:solidFill>
                  <a:schemeClr val="bg1"/>
                </a:solidFill>
                <a:latin typeface="Excalifont" pitchFamily="2" charset="0"/>
              </a:rPr>
              <a:t>Hvorfor skal noen bry seg?</a:t>
            </a:r>
          </a:p>
        </p:txBody>
      </p:sp>
      <p:sp>
        <p:nvSpPr>
          <p:cNvPr id="8" name="TextBox 7">
            <a:extLst>
              <a:ext uri="{FF2B5EF4-FFF2-40B4-BE49-F238E27FC236}">
                <a16:creationId xmlns:a16="http://schemas.microsoft.com/office/drawing/2014/main" id="{9BBD2B4D-BFAE-B432-3736-97610BC9A8AE}"/>
              </a:ext>
            </a:extLst>
          </p:cNvPr>
          <p:cNvSpPr txBox="1"/>
          <p:nvPr/>
        </p:nvSpPr>
        <p:spPr>
          <a:xfrm>
            <a:off x="-6438900" y="4003645"/>
            <a:ext cx="6260969" cy="400110"/>
          </a:xfrm>
          <a:prstGeom prst="rect">
            <a:avLst/>
          </a:prstGeom>
          <a:noFill/>
        </p:spPr>
        <p:txBody>
          <a:bodyPr wrap="square" rtlCol="0">
            <a:spAutoFit/>
          </a:bodyPr>
          <a:lstStyle/>
          <a:p>
            <a:r>
              <a:rPr lang="en-NO" sz="2000">
                <a:solidFill>
                  <a:schemeClr val="bg1"/>
                </a:solidFill>
                <a:latin typeface="Excalifont" pitchFamily="2" charset="0"/>
              </a:rPr>
              <a:t>Hva løser det du skal snakke om for dem?</a:t>
            </a:r>
          </a:p>
        </p:txBody>
      </p:sp>
      <p:sp>
        <p:nvSpPr>
          <p:cNvPr id="2" name="Title 1">
            <a:extLst>
              <a:ext uri="{FF2B5EF4-FFF2-40B4-BE49-F238E27FC236}">
                <a16:creationId xmlns:a16="http://schemas.microsoft.com/office/drawing/2014/main" id="{3D33CA30-2099-CEC2-CE81-D9F7D5D0320F}"/>
              </a:ext>
            </a:extLst>
          </p:cNvPr>
          <p:cNvSpPr>
            <a:spLocks noGrp="1"/>
          </p:cNvSpPr>
          <p:nvPr>
            <p:ph type="title"/>
          </p:nvPr>
        </p:nvSpPr>
        <p:spPr/>
        <p:txBody>
          <a:bodyPr/>
          <a:lstStyle/>
          <a:p>
            <a:r>
              <a:rPr lang="en-NO"/>
              <a:t>Presentasjonstruktur™</a:t>
            </a:r>
          </a:p>
        </p:txBody>
      </p:sp>
      <p:sp>
        <p:nvSpPr>
          <p:cNvPr id="10" name="Rectangle 9">
            <a:extLst>
              <a:ext uri="{FF2B5EF4-FFF2-40B4-BE49-F238E27FC236}">
                <a16:creationId xmlns:a16="http://schemas.microsoft.com/office/drawing/2014/main" id="{FC67E1CE-01E7-3EE2-949D-AEB73DB2312C}"/>
              </a:ext>
            </a:extLst>
          </p:cNvPr>
          <p:cNvSpPr/>
          <p:nvPr/>
        </p:nvSpPr>
        <p:spPr>
          <a:xfrm>
            <a:off x="12192000" y="2235200"/>
            <a:ext cx="584616" cy="28448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O"/>
          </a:p>
        </p:txBody>
      </p:sp>
      <p:sp>
        <p:nvSpPr>
          <p:cNvPr id="9" name="Rectangle 8">
            <a:extLst>
              <a:ext uri="{FF2B5EF4-FFF2-40B4-BE49-F238E27FC236}">
                <a16:creationId xmlns:a16="http://schemas.microsoft.com/office/drawing/2014/main" id="{8044FA64-774F-8AD1-EBD8-A2BD01C1422D}"/>
              </a:ext>
            </a:extLst>
          </p:cNvPr>
          <p:cNvSpPr/>
          <p:nvPr/>
        </p:nvSpPr>
        <p:spPr>
          <a:xfrm>
            <a:off x="-598160" y="2235200"/>
            <a:ext cx="1059406" cy="28448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O"/>
          </a:p>
        </p:txBody>
      </p:sp>
      <p:sp>
        <p:nvSpPr>
          <p:cNvPr id="4" name="Rectangle 3">
            <a:extLst>
              <a:ext uri="{FF2B5EF4-FFF2-40B4-BE49-F238E27FC236}">
                <a16:creationId xmlns:a16="http://schemas.microsoft.com/office/drawing/2014/main" id="{3E89259F-2609-C16E-840A-1E40C91D3693}"/>
              </a:ext>
            </a:extLst>
          </p:cNvPr>
          <p:cNvSpPr/>
          <p:nvPr/>
        </p:nvSpPr>
        <p:spPr>
          <a:xfrm>
            <a:off x="0" y="2235200"/>
            <a:ext cx="1892300" cy="2844800"/>
          </a:xfrm>
          <a:prstGeom prst="rect">
            <a:avLst/>
          </a:prstGeom>
          <a:solidFill>
            <a:schemeClr val="tx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O" sz="5400">
                <a:latin typeface="Excalifont" pitchFamily="2" charset="0"/>
              </a:rPr>
              <a:t>Why?</a:t>
            </a:r>
          </a:p>
        </p:txBody>
      </p:sp>
      <p:sp>
        <p:nvSpPr>
          <p:cNvPr id="7" name="Rectangle 6">
            <a:extLst>
              <a:ext uri="{FF2B5EF4-FFF2-40B4-BE49-F238E27FC236}">
                <a16:creationId xmlns:a16="http://schemas.microsoft.com/office/drawing/2014/main" id="{21F402D2-E83F-CFD3-A69C-73ED4F551475}"/>
              </a:ext>
            </a:extLst>
          </p:cNvPr>
          <p:cNvSpPr/>
          <p:nvPr/>
        </p:nvSpPr>
        <p:spPr>
          <a:xfrm>
            <a:off x="11163300" y="2235200"/>
            <a:ext cx="1028700" cy="2844800"/>
          </a:xfrm>
          <a:prstGeom prst="rect">
            <a:avLst/>
          </a:prstGeom>
          <a:solidFill>
            <a:srgbClr val="6E2A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O" sz="5400">
                <a:latin typeface="Excalifont" pitchFamily="2" charset="0"/>
              </a:rPr>
              <a:t>🔨</a:t>
            </a:r>
          </a:p>
        </p:txBody>
      </p:sp>
      <p:sp>
        <p:nvSpPr>
          <p:cNvPr id="6" name="Rectangle 5">
            <a:extLst>
              <a:ext uri="{FF2B5EF4-FFF2-40B4-BE49-F238E27FC236}">
                <a16:creationId xmlns:a16="http://schemas.microsoft.com/office/drawing/2014/main" id="{7000239A-2318-40D5-BC0D-CF0D6710A524}"/>
              </a:ext>
            </a:extLst>
          </p:cNvPr>
          <p:cNvSpPr/>
          <p:nvPr/>
        </p:nvSpPr>
        <p:spPr>
          <a:xfrm>
            <a:off x="2070231" y="2235200"/>
            <a:ext cx="1892300" cy="2844800"/>
          </a:xfrm>
          <a:prstGeom prst="rect">
            <a:avLst/>
          </a:prstGeom>
          <a:solidFill>
            <a:srgbClr val="063A6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O" sz="5400">
                <a:latin typeface="Excalifont" pitchFamily="2" charset="0"/>
              </a:rPr>
              <a:t>How?</a:t>
            </a:r>
          </a:p>
        </p:txBody>
      </p:sp>
      <p:sp>
        <p:nvSpPr>
          <p:cNvPr id="12" name="TextBox 11">
            <a:extLst>
              <a:ext uri="{FF2B5EF4-FFF2-40B4-BE49-F238E27FC236}">
                <a16:creationId xmlns:a16="http://schemas.microsoft.com/office/drawing/2014/main" id="{41C9C92E-8B80-C64C-F4F8-B6062C80A373}"/>
              </a:ext>
            </a:extLst>
          </p:cNvPr>
          <p:cNvSpPr txBox="1"/>
          <p:nvPr/>
        </p:nvSpPr>
        <p:spPr>
          <a:xfrm>
            <a:off x="13983024" y="2949714"/>
            <a:ext cx="6904363" cy="707886"/>
          </a:xfrm>
          <a:prstGeom prst="rect">
            <a:avLst/>
          </a:prstGeom>
          <a:noFill/>
        </p:spPr>
        <p:txBody>
          <a:bodyPr wrap="square" rtlCol="0">
            <a:spAutoFit/>
          </a:bodyPr>
          <a:lstStyle/>
          <a:p>
            <a:r>
              <a:rPr lang="nb-NO" sz="2000" dirty="0">
                <a:solidFill>
                  <a:schemeClr val="bg1"/>
                </a:solidFill>
                <a:latin typeface="Excalifont" pitchFamily="2" charset="0"/>
              </a:rPr>
              <a:t>Tydeliggjøre hvordan din løsning faktisk adresserer</a:t>
            </a:r>
            <a:br>
              <a:rPr lang="nb-NO" sz="2000" dirty="0">
                <a:solidFill>
                  <a:schemeClr val="bg1"/>
                </a:solidFill>
                <a:latin typeface="Excalifont" pitchFamily="2" charset="0"/>
              </a:rPr>
            </a:br>
            <a:r>
              <a:rPr lang="nb-NO" sz="2000" dirty="0">
                <a:solidFill>
                  <a:schemeClr val="bg1"/>
                </a:solidFill>
                <a:latin typeface="Excalifont" pitchFamily="2" charset="0"/>
              </a:rPr>
              <a:t>problemet.</a:t>
            </a:r>
            <a:endParaRPr lang="en-NO" sz="2000" dirty="0">
              <a:solidFill>
                <a:schemeClr val="bg1"/>
              </a:solidFill>
              <a:latin typeface="Excalifont" pitchFamily="2" charset="0"/>
            </a:endParaRPr>
          </a:p>
        </p:txBody>
      </p:sp>
      <p:sp>
        <p:nvSpPr>
          <p:cNvPr id="13" name="TextBox 12">
            <a:extLst>
              <a:ext uri="{FF2B5EF4-FFF2-40B4-BE49-F238E27FC236}">
                <a16:creationId xmlns:a16="http://schemas.microsoft.com/office/drawing/2014/main" id="{44EF74E2-2BBC-AAFA-DEB6-C39330A44F55}"/>
              </a:ext>
            </a:extLst>
          </p:cNvPr>
          <p:cNvSpPr txBox="1"/>
          <p:nvPr/>
        </p:nvSpPr>
        <p:spPr>
          <a:xfrm>
            <a:off x="13983023" y="3791661"/>
            <a:ext cx="6904363" cy="400110"/>
          </a:xfrm>
          <a:prstGeom prst="rect">
            <a:avLst/>
          </a:prstGeom>
          <a:noFill/>
        </p:spPr>
        <p:txBody>
          <a:bodyPr wrap="square" rtlCol="0">
            <a:spAutoFit/>
          </a:bodyPr>
          <a:lstStyle/>
          <a:p>
            <a:r>
              <a:rPr lang="nb-NO" sz="2000" dirty="0">
                <a:solidFill>
                  <a:schemeClr val="bg1"/>
                </a:solidFill>
                <a:latin typeface="Excalifont" pitchFamily="2" charset="0"/>
              </a:rPr>
              <a:t>Andre fordeler?</a:t>
            </a:r>
            <a:endParaRPr lang="en-NO" sz="2000" dirty="0">
              <a:solidFill>
                <a:schemeClr val="bg1"/>
              </a:solidFill>
              <a:latin typeface="Excalifont" pitchFamily="2" charset="0"/>
            </a:endParaRPr>
          </a:p>
        </p:txBody>
      </p:sp>
    </p:spTree>
    <p:extLst>
      <p:ext uri="{BB962C8B-B14F-4D97-AF65-F5344CB8AC3E}">
        <p14:creationId xmlns:p14="http://schemas.microsoft.com/office/powerpoint/2010/main" val="30117618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DEF09-256F-4FBA-D9F6-42566B4B167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1A53233-7931-4C83-72F2-1F6BC828BC3E}"/>
              </a:ext>
            </a:extLst>
          </p:cNvPr>
          <p:cNvSpPr txBox="1"/>
          <p:nvPr/>
        </p:nvSpPr>
        <p:spPr>
          <a:xfrm>
            <a:off x="-8274150" y="3429000"/>
            <a:ext cx="6904363" cy="400110"/>
          </a:xfrm>
          <a:prstGeom prst="rect">
            <a:avLst/>
          </a:prstGeom>
          <a:noFill/>
        </p:spPr>
        <p:txBody>
          <a:bodyPr wrap="square" rtlCol="0">
            <a:spAutoFit/>
          </a:bodyPr>
          <a:lstStyle/>
          <a:p>
            <a:r>
              <a:rPr lang="en-NO" sz="2000">
                <a:solidFill>
                  <a:schemeClr val="bg1"/>
                </a:solidFill>
                <a:latin typeface="Excalifont" pitchFamily="2" charset="0"/>
              </a:rPr>
              <a:t>Hvordan kan man, </a:t>
            </a:r>
            <a:r>
              <a:rPr lang="en-GB" sz="2000" dirty="0">
                <a:solidFill>
                  <a:schemeClr val="bg1"/>
                </a:solidFill>
                <a:latin typeface="Excalifont" pitchFamily="2" charset="0"/>
              </a:rPr>
              <a:t>I</a:t>
            </a:r>
            <a:r>
              <a:rPr lang="en-NO" sz="2000">
                <a:solidFill>
                  <a:schemeClr val="bg1"/>
                </a:solidFill>
                <a:latin typeface="Excalifont" pitchFamily="2" charset="0"/>
              </a:rPr>
              <a:t> praksis, addressere problemet?</a:t>
            </a:r>
          </a:p>
        </p:txBody>
      </p:sp>
      <p:sp>
        <p:nvSpPr>
          <p:cNvPr id="11" name="Rectangle 10">
            <a:extLst>
              <a:ext uri="{FF2B5EF4-FFF2-40B4-BE49-F238E27FC236}">
                <a16:creationId xmlns:a16="http://schemas.microsoft.com/office/drawing/2014/main" id="{7F2311C8-1198-5D0C-1ED3-F6FBF07836B3}"/>
              </a:ext>
            </a:extLst>
          </p:cNvPr>
          <p:cNvSpPr/>
          <p:nvPr/>
        </p:nvSpPr>
        <p:spPr>
          <a:xfrm>
            <a:off x="1238896" y="2235200"/>
            <a:ext cx="1059406" cy="28448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O"/>
          </a:p>
        </p:txBody>
      </p:sp>
      <p:sp>
        <p:nvSpPr>
          <p:cNvPr id="2" name="Title 1">
            <a:extLst>
              <a:ext uri="{FF2B5EF4-FFF2-40B4-BE49-F238E27FC236}">
                <a16:creationId xmlns:a16="http://schemas.microsoft.com/office/drawing/2014/main" id="{6164A6A8-E4AE-F3D6-364E-7DE378A06978}"/>
              </a:ext>
            </a:extLst>
          </p:cNvPr>
          <p:cNvSpPr>
            <a:spLocks noGrp="1"/>
          </p:cNvSpPr>
          <p:nvPr>
            <p:ph type="title"/>
          </p:nvPr>
        </p:nvSpPr>
        <p:spPr/>
        <p:txBody>
          <a:bodyPr/>
          <a:lstStyle/>
          <a:p>
            <a:r>
              <a:rPr lang="en-NO"/>
              <a:t>Presentasjonstruktur™</a:t>
            </a:r>
          </a:p>
        </p:txBody>
      </p:sp>
      <p:sp>
        <p:nvSpPr>
          <p:cNvPr id="9" name="Rectangle 8">
            <a:extLst>
              <a:ext uri="{FF2B5EF4-FFF2-40B4-BE49-F238E27FC236}">
                <a16:creationId xmlns:a16="http://schemas.microsoft.com/office/drawing/2014/main" id="{F7B360D8-3B4F-CD3A-A136-06AB8BE854E3}"/>
              </a:ext>
            </a:extLst>
          </p:cNvPr>
          <p:cNvSpPr/>
          <p:nvPr/>
        </p:nvSpPr>
        <p:spPr>
          <a:xfrm>
            <a:off x="-598160" y="2235200"/>
            <a:ext cx="1059406" cy="28448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O"/>
          </a:p>
        </p:txBody>
      </p:sp>
      <p:sp>
        <p:nvSpPr>
          <p:cNvPr id="4" name="Rectangle 3">
            <a:extLst>
              <a:ext uri="{FF2B5EF4-FFF2-40B4-BE49-F238E27FC236}">
                <a16:creationId xmlns:a16="http://schemas.microsoft.com/office/drawing/2014/main" id="{A5937B54-C608-2B30-8982-D3C3632E7844}"/>
              </a:ext>
            </a:extLst>
          </p:cNvPr>
          <p:cNvSpPr/>
          <p:nvPr/>
        </p:nvSpPr>
        <p:spPr>
          <a:xfrm>
            <a:off x="0" y="2235200"/>
            <a:ext cx="1892300" cy="2844800"/>
          </a:xfrm>
          <a:prstGeom prst="rect">
            <a:avLst/>
          </a:prstGeom>
          <a:solidFill>
            <a:schemeClr val="tx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O" sz="5400">
                <a:latin typeface="Excalifont" pitchFamily="2" charset="0"/>
              </a:rPr>
              <a:t>Why?</a:t>
            </a:r>
          </a:p>
        </p:txBody>
      </p:sp>
      <p:sp>
        <p:nvSpPr>
          <p:cNvPr id="7" name="Rectangle 6">
            <a:extLst>
              <a:ext uri="{FF2B5EF4-FFF2-40B4-BE49-F238E27FC236}">
                <a16:creationId xmlns:a16="http://schemas.microsoft.com/office/drawing/2014/main" id="{597481D6-2D95-38FE-5D8F-F5E00991C8D8}"/>
              </a:ext>
            </a:extLst>
          </p:cNvPr>
          <p:cNvSpPr/>
          <p:nvPr/>
        </p:nvSpPr>
        <p:spPr>
          <a:xfrm>
            <a:off x="4140462" y="2235200"/>
            <a:ext cx="1028700" cy="2844800"/>
          </a:xfrm>
          <a:prstGeom prst="rect">
            <a:avLst/>
          </a:prstGeom>
          <a:solidFill>
            <a:srgbClr val="6E2A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O" sz="5400">
                <a:latin typeface="Excalifont" pitchFamily="2" charset="0"/>
              </a:rPr>
              <a:t>🔨</a:t>
            </a:r>
          </a:p>
        </p:txBody>
      </p:sp>
      <p:sp>
        <p:nvSpPr>
          <p:cNvPr id="6" name="Rectangle 5">
            <a:extLst>
              <a:ext uri="{FF2B5EF4-FFF2-40B4-BE49-F238E27FC236}">
                <a16:creationId xmlns:a16="http://schemas.microsoft.com/office/drawing/2014/main" id="{A1E979DD-04CD-F4D6-3E6A-D9617FAE12C0}"/>
              </a:ext>
            </a:extLst>
          </p:cNvPr>
          <p:cNvSpPr/>
          <p:nvPr/>
        </p:nvSpPr>
        <p:spPr>
          <a:xfrm>
            <a:off x="2070231" y="2235200"/>
            <a:ext cx="1892300" cy="2844800"/>
          </a:xfrm>
          <a:prstGeom prst="rect">
            <a:avLst/>
          </a:prstGeom>
          <a:solidFill>
            <a:srgbClr val="063A6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O" sz="5400">
                <a:latin typeface="Excalifont" pitchFamily="2" charset="0"/>
              </a:rPr>
              <a:t>How?</a:t>
            </a:r>
          </a:p>
        </p:txBody>
      </p:sp>
      <p:sp>
        <p:nvSpPr>
          <p:cNvPr id="12" name="TextBox 11">
            <a:extLst>
              <a:ext uri="{FF2B5EF4-FFF2-40B4-BE49-F238E27FC236}">
                <a16:creationId xmlns:a16="http://schemas.microsoft.com/office/drawing/2014/main" id="{CC960AC3-6C8C-1CD5-F803-9DA5E4B52F40}"/>
              </a:ext>
            </a:extLst>
          </p:cNvPr>
          <p:cNvSpPr txBox="1"/>
          <p:nvPr/>
        </p:nvSpPr>
        <p:spPr>
          <a:xfrm>
            <a:off x="5383256" y="2949714"/>
            <a:ext cx="6904363" cy="707886"/>
          </a:xfrm>
          <a:prstGeom prst="rect">
            <a:avLst/>
          </a:prstGeom>
          <a:noFill/>
        </p:spPr>
        <p:txBody>
          <a:bodyPr wrap="square" rtlCol="0">
            <a:spAutoFit/>
          </a:bodyPr>
          <a:lstStyle/>
          <a:p>
            <a:r>
              <a:rPr lang="nb-NO" sz="2000" dirty="0">
                <a:solidFill>
                  <a:schemeClr val="bg1"/>
                </a:solidFill>
                <a:latin typeface="Excalifont" pitchFamily="2" charset="0"/>
              </a:rPr>
              <a:t>Tydeliggjøre hvordan din løsning faktisk adresserer</a:t>
            </a:r>
            <a:br>
              <a:rPr lang="nb-NO" sz="2000" dirty="0">
                <a:solidFill>
                  <a:schemeClr val="bg1"/>
                </a:solidFill>
                <a:latin typeface="Excalifont" pitchFamily="2" charset="0"/>
              </a:rPr>
            </a:br>
            <a:r>
              <a:rPr lang="nb-NO" sz="2000" dirty="0">
                <a:solidFill>
                  <a:schemeClr val="bg1"/>
                </a:solidFill>
                <a:latin typeface="Excalifont" pitchFamily="2" charset="0"/>
              </a:rPr>
              <a:t>problemet.</a:t>
            </a:r>
            <a:endParaRPr lang="en-NO" sz="2000" dirty="0">
              <a:solidFill>
                <a:schemeClr val="bg1"/>
              </a:solidFill>
              <a:latin typeface="Excalifont" pitchFamily="2" charset="0"/>
            </a:endParaRPr>
          </a:p>
        </p:txBody>
      </p:sp>
      <p:sp>
        <p:nvSpPr>
          <p:cNvPr id="13" name="TextBox 12">
            <a:extLst>
              <a:ext uri="{FF2B5EF4-FFF2-40B4-BE49-F238E27FC236}">
                <a16:creationId xmlns:a16="http://schemas.microsoft.com/office/drawing/2014/main" id="{C634BD42-E0D0-8E7E-F58F-5711EEC1830F}"/>
              </a:ext>
            </a:extLst>
          </p:cNvPr>
          <p:cNvSpPr txBox="1"/>
          <p:nvPr/>
        </p:nvSpPr>
        <p:spPr>
          <a:xfrm>
            <a:off x="5383255" y="3791661"/>
            <a:ext cx="6904363" cy="400110"/>
          </a:xfrm>
          <a:prstGeom prst="rect">
            <a:avLst/>
          </a:prstGeom>
          <a:noFill/>
        </p:spPr>
        <p:txBody>
          <a:bodyPr wrap="square" rtlCol="0">
            <a:spAutoFit/>
          </a:bodyPr>
          <a:lstStyle/>
          <a:p>
            <a:r>
              <a:rPr lang="nb-NO" sz="2000" dirty="0">
                <a:solidFill>
                  <a:schemeClr val="bg1"/>
                </a:solidFill>
                <a:latin typeface="Excalifont" pitchFamily="2" charset="0"/>
              </a:rPr>
              <a:t>Andre fordeler?</a:t>
            </a:r>
            <a:endParaRPr lang="en-NO" sz="2000" dirty="0">
              <a:solidFill>
                <a:schemeClr val="bg1"/>
              </a:solidFill>
              <a:latin typeface="Excalifont" pitchFamily="2" charset="0"/>
            </a:endParaRPr>
          </a:p>
        </p:txBody>
      </p:sp>
      <p:sp>
        <p:nvSpPr>
          <p:cNvPr id="16" name="TextBox 15">
            <a:extLst>
              <a:ext uri="{FF2B5EF4-FFF2-40B4-BE49-F238E27FC236}">
                <a16:creationId xmlns:a16="http://schemas.microsoft.com/office/drawing/2014/main" id="{E6D74AC6-A760-6168-A3B1-382591E22EDC}"/>
              </a:ext>
            </a:extLst>
          </p:cNvPr>
          <p:cNvSpPr txBox="1"/>
          <p:nvPr/>
        </p:nvSpPr>
        <p:spPr>
          <a:xfrm>
            <a:off x="-7289061" y="2296166"/>
            <a:ext cx="3818319" cy="2800767"/>
          </a:xfrm>
          <a:prstGeom prst="rect">
            <a:avLst/>
          </a:prstGeom>
          <a:noFill/>
        </p:spPr>
        <p:txBody>
          <a:bodyPr wrap="square" rtlCol="0">
            <a:spAutoFit/>
          </a:bodyPr>
          <a:lstStyle/>
          <a:p>
            <a:pPr algn="ctr"/>
            <a:r>
              <a:rPr lang="en-NO" sz="4400" dirty="0">
                <a:solidFill>
                  <a:schemeClr val="bg1"/>
                </a:solidFill>
                <a:latin typeface="Excalifont" pitchFamily="2" charset="0"/>
              </a:rPr>
              <a:t>Hvilken endring ønsker du å se?</a:t>
            </a:r>
          </a:p>
        </p:txBody>
      </p:sp>
      <p:sp>
        <p:nvSpPr>
          <p:cNvPr id="17" name="TextBox 16">
            <a:extLst>
              <a:ext uri="{FF2B5EF4-FFF2-40B4-BE49-F238E27FC236}">
                <a16:creationId xmlns:a16="http://schemas.microsoft.com/office/drawing/2014/main" id="{383D3F0E-6F61-B624-7ABF-D11DD8740887}"/>
              </a:ext>
            </a:extLst>
          </p:cNvPr>
          <p:cNvSpPr txBox="1"/>
          <p:nvPr/>
        </p:nvSpPr>
        <p:spPr>
          <a:xfrm>
            <a:off x="-3188908" y="2949714"/>
            <a:ext cx="1049866" cy="1569660"/>
          </a:xfrm>
          <a:prstGeom prst="rect">
            <a:avLst/>
          </a:prstGeom>
          <a:noFill/>
        </p:spPr>
        <p:txBody>
          <a:bodyPr wrap="square">
            <a:spAutoFit/>
          </a:bodyPr>
          <a:lstStyle/>
          <a:p>
            <a:r>
              <a:rPr lang="en-NO" sz="9600" dirty="0">
                <a:solidFill>
                  <a:srgbClr val="C00000"/>
                </a:solidFill>
                <a:latin typeface="Excalifont" pitchFamily="2" charset="0"/>
              </a:rPr>
              <a:t>≠</a:t>
            </a:r>
          </a:p>
        </p:txBody>
      </p:sp>
    </p:spTree>
    <p:extLst>
      <p:ext uri="{BB962C8B-B14F-4D97-AF65-F5344CB8AC3E}">
        <p14:creationId xmlns:p14="http://schemas.microsoft.com/office/powerpoint/2010/main" val="30019486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9362B-D523-2879-B083-970706A9A85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77E0707A-EC14-83AD-E9F8-7E78199912A3}"/>
              </a:ext>
            </a:extLst>
          </p:cNvPr>
          <p:cNvSpPr/>
          <p:nvPr/>
        </p:nvSpPr>
        <p:spPr>
          <a:xfrm>
            <a:off x="8381999" y="2235200"/>
            <a:ext cx="1913467" cy="2844800"/>
          </a:xfrm>
          <a:prstGeom prst="rect">
            <a:avLst/>
          </a:prstGeom>
          <a:solidFill>
            <a:srgbClr val="063A6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O" sz="5400">
                <a:latin typeface="Excalifont" pitchFamily="2" charset="0"/>
              </a:rPr>
              <a:t>How?</a:t>
            </a:r>
          </a:p>
        </p:txBody>
      </p:sp>
      <p:sp>
        <p:nvSpPr>
          <p:cNvPr id="2" name="Title 1">
            <a:extLst>
              <a:ext uri="{FF2B5EF4-FFF2-40B4-BE49-F238E27FC236}">
                <a16:creationId xmlns:a16="http://schemas.microsoft.com/office/drawing/2014/main" id="{0E5C37E2-9D87-AD49-1150-662CE667AA6E}"/>
              </a:ext>
            </a:extLst>
          </p:cNvPr>
          <p:cNvSpPr>
            <a:spLocks noGrp="1"/>
          </p:cNvSpPr>
          <p:nvPr>
            <p:ph type="title"/>
          </p:nvPr>
        </p:nvSpPr>
        <p:spPr/>
        <p:txBody>
          <a:bodyPr/>
          <a:lstStyle/>
          <a:p>
            <a:r>
              <a:rPr lang="en-NO"/>
              <a:t>Presentasjonstruktur™</a:t>
            </a:r>
          </a:p>
        </p:txBody>
      </p:sp>
      <p:sp>
        <p:nvSpPr>
          <p:cNvPr id="4" name="Rectangle 3">
            <a:extLst>
              <a:ext uri="{FF2B5EF4-FFF2-40B4-BE49-F238E27FC236}">
                <a16:creationId xmlns:a16="http://schemas.microsoft.com/office/drawing/2014/main" id="{D4CF1260-0111-C85B-E812-9486C1F549EB}"/>
              </a:ext>
            </a:extLst>
          </p:cNvPr>
          <p:cNvSpPr/>
          <p:nvPr/>
        </p:nvSpPr>
        <p:spPr>
          <a:xfrm>
            <a:off x="6324597" y="2235200"/>
            <a:ext cx="1913468" cy="2844800"/>
          </a:xfrm>
          <a:prstGeom prst="rect">
            <a:avLst/>
          </a:prstGeom>
          <a:solidFill>
            <a:schemeClr val="tx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O" sz="5400" dirty="0">
                <a:latin typeface="Excalifont" pitchFamily="2" charset="0"/>
              </a:rPr>
              <a:t>Why?</a:t>
            </a:r>
          </a:p>
        </p:txBody>
      </p:sp>
      <p:sp>
        <p:nvSpPr>
          <p:cNvPr id="7" name="Rectangle 6">
            <a:extLst>
              <a:ext uri="{FF2B5EF4-FFF2-40B4-BE49-F238E27FC236}">
                <a16:creationId xmlns:a16="http://schemas.microsoft.com/office/drawing/2014/main" id="{139F3274-BA03-9BBD-28FD-95AE963A51B0}"/>
              </a:ext>
            </a:extLst>
          </p:cNvPr>
          <p:cNvSpPr/>
          <p:nvPr/>
        </p:nvSpPr>
        <p:spPr>
          <a:xfrm>
            <a:off x="10439400" y="2235200"/>
            <a:ext cx="1752600" cy="2844800"/>
          </a:xfrm>
          <a:prstGeom prst="rect">
            <a:avLst/>
          </a:prstGeom>
          <a:solidFill>
            <a:srgbClr val="6E2A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O" sz="5400">
                <a:latin typeface="Excalifont" pitchFamily="2" charset="0"/>
              </a:rPr>
              <a:t>🔨</a:t>
            </a:r>
          </a:p>
        </p:txBody>
      </p:sp>
      <p:sp>
        <p:nvSpPr>
          <p:cNvPr id="3" name="TextBox 2">
            <a:extLst>
              <a:ext uri="{FF2B5EF4-FFF2-40B4-BE49-F238E27FC236}">
                <a16:creationId xmlns:a16="http://schemas.microsoft.com/office/drawing/2014/main" id="{860731D3-9229-0A48-8A38-E44BF499E9F2}"/>
              </a:ext>
            </a:extLst>
          </p:cNvPr>
          <p:cNvSpPr txBox="1"/>
          <p:nvPr/>
        </p:nvSpPr>
        <p:spPr>
          <a:xfrm>
            <a:off x="12777969" y="2949714"/>
            <a:ext cx="6904363" cy="707886"/>
          </a:xfrm>
          <a:prstGeom prst="rect">
            <a:avLst/>
          </a:prstGeom>
          <a:noFill/>
        </p:spPr>
        <p:txBody>
          <a:bodyPr wrap="square" rtlCol="0">
            <a:spAutoFit/>
          </a:bodyPr>
          <a:lstStyle/>
          <a:p>
            <a:r>
              <a:rPr lang="nb-NO" sz="2000" dirty="0">
                <a:solidFill>
                  <a:schemeClr val="bg1"/>
                </a:solidFill>
                <a:latin typeface="Excalifont" pitchFamily="2" charset="0"/>
              </a:rPr>
              <a:t>Tydeliggjøre hvordan din løsning faktisk adresserer</a:t>
            </a:r>
            <a:br>
              <a:rPr lang="nb-NO" sz="2000" dirty="0">
                <a:solidFill>
                  <a:schemeClr val="bg1"/>
                </a:solidFill>
                <a:latin typeface="Excalifont" pitchFamily="2" charset="0"/>
              </a:rPr>
            </a:br>
            <a:r>
              <a:rPr lang="nb-NO" sz="2000" dirty="0">
                <a:solidFill>
                  <a:schemeClr val="bg1"/>
                </a:solidFill>
                <a:latin typeface="Excalifont" pitchFamily="2" charset="0"/>
              </a:rPr>
              <a:t>problemet.</a:t>
            </a:r>
            <a:endParaRPr lang="en-NO" sz="2000" dirty="0">
              <a:solidFill>
                <a:schemeClr val="bg1"/>
              </a:solidFill>
              <a:latin typeface="Excalifont" pitchFamily="2" charset="0"/>
            </a:endParaRPr>
          </a:p>
        </p:txBody>
      </p:sp>
      <p:sp>
        <p:nvSpPr>
          <p:cNvPr id="5" name="TextBox 4">
            <a:extLst>
              <a:ext uri="{FF2B5EF4-FFF2-40B4-BE49-F238E27FC236}">
                <a16:creationId xmlns:a16="http://schemas.microsoft.com/office/drawing/2014/main" id="{841CC4D6-910A-0C6D-0251-F94BAB5C5925}"/>
              </a:ext>
            </a:extLst>
          </p:cNvPr>
          <p:cNvSpPr txBox="1"/>
          <p:nvPr/>
        </p:nvSpPr>
        <p:spPr>
          <a:xfrm>
            <a:off x="12777968" y="3791661"/>
            <a:ext cx="6904363" cy="400110"/>
          </a:xfrm>
          <a:prstGeom prst="rect">
            <a:avLst/>
          </a:prstGeom>
          <a:noFill/>
        </p:spPr>
        <p:txBody>
          <a:bodyPr wrap="square" rtlCol="0">
            <a:spAutoFit/>
          </a:bodyPr>
          <a:lstStyle/>
          <a:p>
            <a:r>
              <a:rPr lang="nb-NO" sz="2000" dirty="0">
                <a:solidFill>
                  <a:schemeClr val="bg1"/>
                </a:solidFill>
                <a:latin typeface="Excalifont" pitchFamily="2" charset="0"/>
              </a:rPr>
              <a:t>Andre fordeler?</a:t>
            </a:r>
            <a:endParaRPr lang="en-NO" sz="2000" dirty="0">
              <a:solidFill>
                <a:schemeClr val="bg1"/>
              </a:solidFill>
              <a:latin typeface="Excalifont" pitchFamily="2" charset="0"/>
            </a:endParaRPr>
          </a:p>
        </p:txBody>
      </p:sp>
      <p:sp>
        <p:nvSpPr>
          <p:cNvPr id="10" name="TextBox 9">
            <a:extLst>
              <a:ext uri="{FF2B5EF4-FFF2-40B4-BE49-F238E27FC236}">
                <a16:creationId xmlns:a16="http://schemas.microsoft.com/office/drawing/2014/main" id="{EF849CC6-E965-F0BE-A428-1F3FCADD1946}"/>
              </a:ext>
            </a:extLst>
          </p:cNvPr>
          <p:cNvSpPr txBox="1"/>
          <p:nvPr/>
        </p:nvSpPr>
        <p:spPr>
          <a:xfrm>
            <a:off x="304134" y="2296166"/>
            <a:ext cx="3818319" cy="2800767"/>
          </a:xfrm>
          <a:prstGeom prst="rect">
            <a:avLst/>
          </a:prstGeom>
          <a:noFill/>
        </p:spPr>
        <p:txBody>
          <a:bodyPr wrap="square" rtlCol="0">
            <a:spAutoFit/>
          </a:bodyPr>
          <a:lstStyle/>
          <a:p>
            <a:pPr algn="ctr"/>
            <a:r>
              <a:rPr lang="en-NO" sz="4400" dirty="0">
                <a:solidFill>
                  <a:schemeClr val="bg1"/>
                </a:solidFill>
                <a:latin typeface="Excalifont" pitchFamily="2" charset="0"/>
              </a:rPr>
              <a:t>Hvilken endring ønsker du å se?</a:t>
            </a:r>
          </a:p>
        </p:txBody>
      </p:sp>
      <p:sp>
        <p:nvSpPr>
          <p:cNvPr id="13" name="TextBox 12">
            <a:extLst>
              <a:ext uri="{FF2B5EF4-FFF2-40B4-BE49-F238E27FC236}">
                <a16:creationId xmlns:a16="http://schemas.microsoft.com/office/drawing/2014/main" id="{5AFD40CE-059E-EC0C-C51D-8A687916347B}"/>
              </a:ext>
            </a:extLst>
          </p:cNvPr>
          <p:cNvSpPr txBox="1"/>
          <p:nvPr/>
        </p:nvSpPr>
        <p:spPr>
          <a:xfrm>
            <a:off x="4404287" y="2949714"/>
            <a:ext cx="1049866" cy="1569660"/>
          </a:xfrm>
          <a:prstGeom prst="rect">
            <a:avLst/>
          </a:prstGeom>
          <a:noFill/>
        </p:spPr>
        <p:txBody>
          <a:bodyPr wrap="square">
            <a:spAutoFit/>
          </a:bodyPr>
          <a:lstStyle/>
          <a:p>
            <a:r>
              <a:rPr lang="en-NO" sz="9600" dirty="0">
                <a:solidFill>
                  <a:srgbClr val="C00000"/>
                </a:solidFill>
                <a:latin typeface="Excalifont" pitchFamily="2" charset="0"/>
              </a:rPr>
              <a:t>≠</a:t>
            </a:r>
          </a:p>
        </p:txBody>
      </p:sp>
    </p:spTree>
    <p:extLst>
      <p:ext uri="{BB962C8B-B14F-4D97-AF65-F5344CB8AC3E}">
        <p14:creationId xmlns:p14="http://schemas.microsoft.com/office/powerpoint/2010/main" val="36471179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1A6ED3D-0C60-155D-2A24-B1DF990C2EF9}"/>
              </a:ext>
            </a:extLst>
          </p:cNvPr>
          <p:cNvSpPr txBox="1"/>
          <p:nvPr/>
        </p:nvSpPr>
        <p:spPr>
          <a:xfrm>
            <a:off x="2035354" y="804916"/>
            <a:ext cx="2885967" cy="1323439"/>
          </a:xfrm>
          <a:prstGeom prst="rect">
            <a:avLst/>
          </a:prstGeom>
          <a:noFill/>
        </p:spPr>
        <p:txBody>
          <a:bodyPr wrap="square" rtlCol="0">
            <a:spAutoFit/>
          </a:bodyPr>
          <a:lstStyle/>
          <a:p>
            <a:r>
              <a:rPr lang="en-US" sz="2000" dirty="0">
                <a:solidFill>
                  <a:schemeClr val="bg1"/>
                </a:solidFill>
                <a:latin typeface="Excalifont" pitchFamily="2" charset="0"/>
              </a:rPr>
              <a:t>1. Sende inn </a:t>
            </a:r>
            <a:r>
              <a:rPr lang="en-US" sz="2000" dirty="0" err="1">
                <a:solidFill>
                  <a:schemeClr val="bg1"/>
                </a:solidFill>
                <a:latin typeface="Excalifont" pitchFamily="2" charset="0"/>
              </a:rPr>
              <a:t>hva</a:t>
            </a:r>
            <a:r>
              <a:rPr lang="en-US" sz="2000" dirty="0">
                <a:solidFill>
                  <a:schemeClr val="bg1"/>
                </a:solidFill>
                <a:latin typeface="Excalifont" pitchFamily="2" charset="0"/>
              </a:rPr>
              <a:t> man </a:t>
            </a:r>
            <a:r>
              <a:rPr lang="en-US" sz="2000" dirty="0" err="1">
                <a:solidFill>
                  <a:schemeClr val="bg1"/>
                </a:solidFill>
                <a:latin typeface="Excalifont" pitchFamily="2" charset="0"/>
              </a:rPr>
              <a:t>tror</a:t>
            </a:r>
            <a:r>
              <a:rPr lang="en-US" sz="2000" dirty="0">
                <a:solidFill>
                  <a:schemeClr val="bg1"/>
                </a:solidFill>
                <a:latin typeface="Excalifont" pitchFamily="2" charset="0"/>
              </a:rPr>
              <a:t> </a:t>
            </a:r>
            <a:r>
              <a:rPr lang="en-US" sz="2000" dirty="0" err="1">
                <a:solidFill>
                  <a:schemeClr val="bg1"/>
                </a:solidFill>
                <a:latin typeface="Excalifont" pitchFamily="2" charset="0"/>
              </a:rPr>
              <a:t>kanskje</a:t>
            </a:r>
            <a:r>
              <a:rPr lang="en-US" sz="2000" dirty="0">
                <a:solidFill>
                  <a:schemeClr val="bg1"/>
                </a:solidFill>
                <a:latin typeface="Excalifont" pitchFamily="2" charset="0"/>
              </a:rPr>
              <a:t> </a:t>
            </a:r>
            <a:r>
              <a:rPr lang="en-US" sz="2000" dirty="0" err="1">
                <a:solidFill>
                  <a:schemeClr val="bg1"/>
                </a:solidFill>
                <a:latin typeface="Excalifont" pitchFamily="2" charset="0"/>
              </a:rPr>
              <a:t>muligens</a:t>
            </a:r>
            <a:r>
              <a:rPr lang="en-US" sz="2000" dirty="0">
                <a:solidFill>
                  <a:schemeClr val="bg1"/>
                </a:solidFill>
                <a:latin typeface="Excalifont" pitchFamily="2" charset="0"/>
              </a:rPr>
              <a:t> at man </a:t>
            </a:r>
            <a:r>
              <a:rPr lang="en-US" sz="2000" dirty="0" err="1">
                <a:solidFill>
                  <a:schemeClr val="bg1"/>
                </a:solidFill>
                <a:latin typeface="Excalifont" pitchFamily="2" charset="0"/>
              </a:rPr>
              <a:t>ønsker</a:t>
            </a:r>
            <a:r>
              <a:rPr lang="en-US" sz="2000" dirty="0">
                <a:solidFill>
                  <a:schemeClr val="bg1"/>
                </a:solidFill>
                <a:latin typeface="Excalifont" pitchFamily="2" charset="0"/>
              </a:rPr>
              <a:t> </a:t>
            </a:r>
            <a:r>
              <a:rPr lang="en-US" sz="2000" dirty="0" err="1">
                <a:solidFill>
                  <a:schemeClr val="bg1"/>
                </a:solidFill>
                <a:latin typeface="Excalifont" pitchFamily="2" charset="0"/>
              </a:rPr>
              <a:t>å</a:t>
            </a:r>
            <a:r>
              <a:rPr lang="en-US" sz="2000" dirty="0">
                <a:solidFill>
                  <a:schemeClr val="bg1"/>
                </a:solidFill>
                <a:latin typeface="Excalifont" pitchFamily="2" charset="0"/>
              </a:rPr>
              <a:t> </a:t>
            </a:r>
            <a:r>
              <a:rPr lang="en-US" sz="2000" dirty="0" err="1">
                <a:solidFill>
                  <a:schemeClr val="bg1"/>
                </a:solidFill>
                <a:latin typeface="Excalifont" pitchFamily="2" charset="0"/>
              </a:rPr>
              <a:t>snakke</a:t>
            </a:r>
            <a:r>
              <a:rPr lang="en-US" sz="2000" dirty="0">
                <a:solidFill>
                  <a:schemeClr val="bg1"/>
                </a:solidFill>
                <a:latin typeface="Excalifont" pitchFamily="2" charset="0"/>
              </a:rPr>
              <a:t> om </a:t>
            </a:r>
            <a:r>
              <a:rPr lang="en-US" sz="2000" dirty="0" err="1">
                <a:solidFill>
                  <a:schemeClr val="bg1"/>
                </a:solidFill>
                <a:latin typeface="Excalifont" pitchFamily="2" charset="0"/>
              </a:rPr>
              <a:t>til</a:t>
            </a:r>
            <a:r>
              <a:rPr lang="en-US" sz="2000" dirty="0">
                <a:solidFill>
                  <a:schemeClr val="bg1"/>
                </a:solidFill>
                <a:latin typeface="Excalifont" pitchFamily="2" charset="0"/>
              </a:rPr>
              <a:t> CFP</a:t>
            </a:r>
            <a:endParaRPr lang="en-NO" sz="2000" dirty="0">
              <a:solidFill>
                <a:schemeClr val="bg1"/>
              </a:solidFill>
              <a:latin typeface="Excalifont" pitchFamily="2" charset="0"/>
            </a:endParaRPr>
          </a:p>
        </p:txBody>
      </p:sp>
      <p:sp>
        <p:nvSpPr>
          <p:cNvPr id="7" name="TextBox 6">
            <a:extLst>
              <a:ext uri="{FF2B5EF4-FFF2-40B4-BE49-F238E27FC236}">
                <a16:creationId xmlns:a16="http://schemas.microsoft.com/office/drawing/2014/main" id="{A1C6E7B4-D6EC-61A9-439B-6CC47B677FD5}"/>
              </a:ext>
            </a:extLst>
          </p:cNvPr>
          <p:cNvSpPr txBox="1"/>
          <p:nvPr/>
        </p:nvSpPr>
        <p:spPr>
          <a:xfrm>
            <a:off x="7884774" y="2248503"/>
            <a:ext cx="2885967" cy="707886"/>
          </a:xfrm>
          <a:prstGeom prst="rect">
            <a:avLst/>
          </a:prstGeom>
          <a:noFill/>
        </p:spPr>
        <p:txBody>
          <a:bodyPr wrap="square" rtlCol="0">
            <a:spAutoFit/>
          </a:bodyPr>
          <a:lstStyle/>
          <a:p>
            <a:r>
              <a:rPr lang="en-US" sz="2000" dirty="0">
                <a:solidFill>
                  <a:schemeClr val="bg1"/>
                </a:solidFill>
                <a:latin typeface="Excalifont" pitchFamily="2" charset="0"/>
              </a:rPr>
              <a:t>2. </a:t>
            </a:r>
            <a:r>
              <a:rPr lang="en-US" sz="2000" dirty="0" err="1">
                <a:solidFill>
                  <a:schemeClr val="bg1"/>
                </a:solidFill>
                <a:latin typeface="Excalifont" pitchFamily="2" charset="0"/>
              </a:rPr>
              <a:t>Få</a:t>
            </a:r>
            <a:r>
              <a:rPr lang="en-US" sz="2000" dirty="0">
                <a:solidFill>
                  <a:schemeClr val="bg1"/>
                </a:solidFill>
                <a:latin typeface="Excalifont" pitchFamily="2" charset="0"/>
              </a:rPr>
              <a:t> </a:t>
            </a:r>
            <a:r>
              <a:rPr lang="en-US" sz="2000" dirty="0" err="1">
                <a:solidFill>
                  <a:schemeClr val="bg1"/>
                </a:solidFill>
                <a:latin typeface="Excalifont" pitchFamily="2" charset="0"/>
              </a:rPr>
              <a:t>presentasjonen</a:t>
            </a:r>
            <a:r>
              <a:rPr lang="en-US" sz="2000" dirty="0">
                <a:solidFill>
                  <a:schemeClr val="bg1"/>
                </a:solidFill>
                <a:latin typeface="Excalifont" pitchFamily="2" charset="0"/>
              </a:rPr>
              <a:t> </a:t>
            </a:r>
            <a:r>
              <a:rPr lang="en-US" sz="2000" dirty="0" err="1">
                <a:solidFill>
                  <a:schemeClr val="bg1"/>
                </a:solidFill>
                <a:latin typeface="Excalifont" pitchFamily="2" charset="0"/>
              </a:rPr>
              <a:t>godkjent</a:t>
            </a:r>
            <a:r>
              <a:rPr lang="en-US" sz="2000" dirty="0">
                <a:solidFill>
                  <a:schemeClr val="bg1"/>
                </a:solidFill>
                <a:latin typeface="Excalifont" pitchFamily="2" charset="0"/>
              </a:rPr>
              <a:t> (</a:t>
            </a:r>
            <a:r>
              <a:rPr lang="en-US" sz="2000" dirty="0" err="1">
                <a:solidFill>
                  <a:schemeClr val="bg1"/>
                </a:solidFill>
                <a:latin typeface="Excalifont" pitchFamily="2" charset="0"/>
              </a:rPr>
              <a:t>Hurra</a:t>
            </a:r>
            <a:r>
              <a:rPr lang="en-US" sz="2000" dirty="0">
                <a:solidFill>
                  <a:schemeClr val="bg1"/>
                </a:solidFill>
                <a:latin typeface="Excalifont" pitchFamily="2" charset="0"/>
              </a:rPr>
              <a:t>!)</a:t>
            </a:r>
            <a:endParaRPr lang="en-NO" sz="2000" dirty="0">
              <a:solidFill>
                <a:schemeClr val="bg1"/>
              </a:solidFill>
              <a:latin typeface="Excalifont" pitchFamily="2" charset="0"/>
            </a:endParaRPr>
          </a:p>
        </p:txBody>
      </p:sp>
      <p:sp>
        <p:nvSpPr>
          <p:cNvPr id="8" name="TextBox 7">
            <a:extLst>
              <a:ext uri="{FF2B5EF4-FFF2-40B4-BE49-F238E27FC236}">
                <a16:creationId xmlns:a16="http://schemas.microsoft.com/office/drawing/2014/main" id="{3D318D1D-EE8A-ADC3-5E0C-E32D1A84334C}"/>
              </a:ext>
            </a:extLst>
          </p:cNvPr>
          <p:cNvSpPr txBox="1"/>
          <p:nvPr/>
        </p:nvSpPr>
        <p:spPr>
          <a:xfrm>
            <a:off x="8227246" y="3829011"/>
            <a:ext cx="1677042" cy="400110"/>
          </a:xfrm>
          <a:prstGeom prst="rect">
            <a:avLst/>
          </a:prstGeom>
          <a:noFill/>
        </p:spPr>
        <p:txBody>
          <a:bodyPr wrap="square" rtlCol="0">
            <a:spAutoFit/>
          </a:bodyPr>
          <a:lstStyle/>
          <a:p>
            <a:r>
              <a:rPr lang="en-US" sz="2000" dirty="0">
                <a:solidFill>
                  <a:schemeClr val="bg1"/>
                </a:solidFill>
                <a:latin typeface="Excalifont" pitchFamily="2" charset="0"/>
              </a:rPr>
              <a:t>3. </a:t>
            </a:r>
            <a:r>
              <a:rPr lang="en-US" sz="2000" dirty="0" err="1">
                <a:solidFill>
                  <a:schemeClr val="bg1"/>
                </a:solidFill>
                <a:latin typeface="Excalifont" pitchFamily="2" charset="0"/>
              </a:rPr>
              <a:t>Få</a:t>
            </a:r>
            <a:r>
              <a:rPr lang="en-US" sz="2000" dirty="0">
                <a:solidFill>
                  <a:schemeClr val="bg1"/>
                </a:solidFill>
                <a:latin typeface="Excalifont" pitchFamily="2" charset="0"/>
              </a:rPr>
              <a:t> </a:t>
            </a:r>
            <a:r>
              <a:rPr lang="en-US" sz="2000" dirty="0" err="1">
                <a:solidFill>
                  <a:schemeClr val="bg1"/>
                </a:solidFill>
                <a:latin typeface="Excalifont" pitchFamily="2" charset="0"/>
              </a:rPr>
              <a:t>panikk</a:t>
            </a:r>
            <a:endParaRPr lang="en-NO" sz="2000" dirty="0">
              <a:solidFill>
                <a:schemeClr val="bg1"/>
              </a:solidFill>
              <a:latin typeface="Excalifont" pitchFamily="2" charset="0"/>
            </a:endParaRPr>
          </a:p>
        </p:txBody>
      </p:sp>
      <p:sp>
        <p:nvSpPr>
          <p:cNvPr id="9" name="TextBox 8">
            <a:extLst>
              <a:ext uri="{FF2B5EF4-FFF2-40B4-BE49-F238E27FC236}">
                <a16:creationId xmlns:a16="http://schemas.microsoft.com/office/drawing/2014/main" id="{78B2A7E8-6CCF-00AE-F0E6-70671F3E2AE2}"/>
              </a:ext>
            </a:extLst>
          </p:cNvPr>
          <p:cNvSpPr txBox="1"/>
          <p:nvPr/>
        </p:nvSpPr>
        <p:spPr>
          <a:xfrm>
            <a:off x="5554252" y="5512260"/>
            <a:ext cx="4134278" cy="400110"/>
          </a:xfrm>
          <a:prstGeom prst="rect">
            <a:avLst/>
          </a:prstGeom>
          <a:noFill/>
        </p:spPr>
        <p:txBody>
          <a:bodyPr wrap="square" rtlCol="0">
            <a:spAutoFit/>
          </a:bodyPr>
          <a:lstStyle/>
          <a:p>
            <a:r>
              <a:rPr lang="en-US" sz="2000" dirty="0">
                <a:solidFill>
                  <a:schemeClr val="bg1"/>
                </a:solidFill>
                <a:latin typeface="Excalifont" pitchFamily="2" charset="0"/>
              </a:rPr>
              <a:t>4. </a:t>
            </a:r>
            <a:r>
              <a:rPr lang="en-US" sz="2000" dirty="0" err="1">
                <a:solidFill>
                  <a:schemeClr val="bg1"/>
                </a:solidFill>
                <a:latin typeface="Excalifont" pitchFamily="2" charset="0"/>
              </a:rPr>
              <a:t>Faktisk</a:t>
            </a:r>
            <a:r>
              <a:rPr lang="en-US" sz="2000" dirty="0">
                <a:solidFill>
                  <a:schemeClr val="bg1"/>
                </a:solidFill>
                <a:latin typeface="Excalifont" pitchFamily="2" charset="0"/>
              </a:rPr>
              <a:t> </a:t>
            </a:r>
            <a:r>
              <a:rPr lang="en-US" sz="2000" dirty="0" err="1">
                <a:solidFill>
                  <a:schemeClr val="bg1"/>
                </a:solidFill>
                <a:latin typeface="Excalifont" pitchFamily="2" charset="0"/>
              </a:rPr>
              <a:t>lage</a:t>
            </a:r>
            <a:r>
              <a:rPr lang="en-US" sz="2000" dirty="0">
                <a:solidFill>
                  <a:schemeClr val="bg1"/>
                </a:solidFill>
                <a:latin typeface="Excalifont" pitchFamily="2" charset="0"/>
              </a:rPr>
              <a:t> </a:t>
            </a:r>
            <a:r>
              <a:rPr lang="en-US" sz="2000" dirty="0" err="1">
                <a:solidFill>
                  <a:schemeClr val="bg1"/>
                </a:solidFill>
                <a:latin typeface="Excalifont" pitchFamily="2" charset="0"/>
              </a:rPr>
              <a:t>presentasjonen</a:t>
            </a:r>
            <a:endParaRPr lang="en-NO" sz="2000" dirty="0">
              <a:solidFill>
                <a:schemeClr val="bg1"/>
              </a:solidFill>
              <a:latin typeface="Excalifont" pitchFamily="2" charset="0"/>
            </a:endParaRPr>
          </a:p>
        </p:txBody>
      </p:sp>
      <p:sp>
        <p:nvSpPr>
          <p:cNvPr id="10" name="TextBox 9">
            <a:extLst>
              <a:ext uri="{FF2B5EF4-FFF2-40B4-BE49-F238E27FC236}">
                <a16:creationId xmlns:a16="http://schemas.microsoft.com/office/drawing/2014/main" id="{5C66DB9A-913C-2C85-4AF5-4856973813CD}"/>
              </a:ext>
            </a:extLst>
          </p:cNvPr>
          <p:cNvSpPr txBox="1"/>
          <p:nvPr/>
        </p:nvSpPr>
        <p:spPr>
          <a:xfrm>
            <a:off x="5095983" y="3634268"/>
            <a:ext cx="2264810" cy="400110"/>
          </a:xfrm>
          <a:prstGeom prst="rect">
            <a:avLst/>
          </a:prstGeom>
          <a:noFill/>
        </p:spPr>
        <p:txBody>
          <a:bodyPr wrap="square" rtlCol="0">
            <a:spAutoFit/>
          </a:bodyPr>
          <a:lstStyle/>
          <a:p>
            <a:r>
              <a:rPr lang="en-US" sz="2000" dirty="0">
                <a:solidFill>
                  <a:schemeClr val="bg1"/>
                </a:solidFill>
                <a:latin typeface="Excalifont" pitchFamily="2" charset="0"/>
              </a:rPr>
              <a:t>5. </a:t>
            </a:r>
            <a:r>
              <a:rPr lang="en-US" sz="2000" dirty="0" err="1">
                <a:solidFill>
                  <a:schemeClr val="bg1"/>
                </a:solidFill>
                <a:latin typeface="Excalifont" pitchFamily="2" charset="0"/>
              </a:rPr>
              <a:t>Øve</a:t>
            </a:r>
            <a:r>
              <a:rPr lang="en-US" sz="2000" dirty="0">
                <a:solidFill>
                  <a:schemeClr val="bg1"/>
                </a:solidFill>
                <a:latin typeface="Excalifont" pitchFamily="2" charset="0"/>
              </a:rPr>
              <a:t>, </a:t>
            </a:r>
            <a:r>
              <a:rPr lang="en-US" sz="2000" dirty="0" err="1">
                <a:solidFill>
                  <a:schemeClr val="bg1"/>
                </a:solidFill>
                <a:latin typeface="Excalifont" pitchFamily="2" charset="0"/>
              </a:rPr>
              <a:t>øve</a:t>
            </a:r>
            <a:r>
              <a:rPr lang="en-US" sz="2000" dirty="0">
                <a:solidFill>
                  <a:schemeClr val="bg1"/>
                </a:solidFill>
                <a:latin typeface="Excalifont" pitchFamily="2" charset="0"/>
              </a:rPr>
              <a:t>, </a:t>
            </a:r>
            <a:r>
              <a:rPr lang="en-US" sz="2000" dirty="0" err="1">
                <a:solidFill>
                  <a:schemeClr val="bg1"/>
                </a:solidFill>
                <a:latin typeface="Excalifont" pitchFamily="2" charset="0"/>
              </a:rPr>
              <a:t>øve</a:t>
            </a:r>
            <a:endParaRPr lang="en-NO" sz="2000" dirty="0">
              <a:solidFill>
                <a:schemeClr val="bg1"/>
              </a:solidFill>
              <a:latin typeface="Excalifont" pitchFamily="2" charset="0"/>
            </a:endParaRPr>
          </a:p>
        </p:txBody>
      </p:sp>
      <p:sp>
        <p:nvSpPr>
          <p:cNvPr id="11" name="TextBox 10">
            <a:extLst>
              <a:ext uri="{FF2B5EF4-FFF2-40B4-BE49-F238E27FC236}">
                <a16:creationId xmlns:a16="http://schemas.microsoft.com/office/drawing/2014/main" id="{386A0394-B14C-CFBA-EF97-817D9BEF1443}"/>
              </a:ext>
            </a:extLst>
          </p:cNvPr>
          <p:cNvSpPr txBox="1"/>
          <p:nvPr/>
        </p:nvSpPr>
        <p:spPr>
          <a:xfrm>
            <a:off x="1112390" y="4991254"/>
            <a:ext cx="3151386" cy="400110"/>
          </a:xfrm>
          <a:prstGeom prst="rect">
            <a:avLst/>
          </a:prstGeom>
          <a:noFill/>
        </p:spPr>
        <p:txBody>
          <a:bodyPr wrap="square" rtlCol="0">
            <a:spAutoFit/>
          </a:bodyPr>
          <a:lstStyle/>
          <a:p>
            <a:r>
              <a:rPr lang="en-US" sz="2000" dirty="0">
                <a:solidFill>
                  <a:schemeClr val="bg1"/>
                </a:solidFill>
                <a:latin typeface="Excalifont" pitchFamily="2" charset="0"/>
              </a:rPr>
              <a:t>7. Holde </a:t>
            </a:r>
            <a:r>
              <a:rPr lang="en-US" sz="2000" dirty="0" err="1">
                <a:solidFill>
                  <a:schemeClr val="bg1"/>
                </a:solidFill>
                <a:latin typeface="Excalifont" pitchFamily="2" charset="0"/>
              </a:rPr>
              <a:t>presentasjonen</a:t>
            </a:r>
            <a:endParaRPr lang="en-NO" sz="2000" dirty="0">
              <a:solidFill>
                <a:schemeClr val="bg1"/>
              </a:solidFill>
              <a:latin typeface="Excalifont" pitchFamily="2" charset="0"/>
            </a:endParaRPr>
          </a:p>
        </p:txBody>
      </p:sp>
      <p:cxnSp>
        <p:nvCxnSpPr>
          <p:cNvPr id="13" name="Curved Connector 12">
            <a:extLst>
              <a:ext uri="{FF2B5EF4-FFF2-40B4-BE49-F238E27FC236}">
                <a16:creationId xmlns:a16="http://schemas.microsoft.com/office/drawing/2014/main" id="{3BEC492F-1246-A00D-F875-05A06CB68790}"/>
              </a:ext>
            </a:extLst>
          </p:cNvPr>
          <p:cNvCxnSpPr>
            <a:cxnSpLocks/>
            <a:stCxn id="6" idx="3"/>
            <a:endCxn id="7" idx="1"/>
          </p:cNvCxnSpPr>
          <p:nvPr/>
        </p:nvCxnSpPr>
        <p:spPr>
          <a:xfrm>
            <a:off x="4921321" y="1466636"/>
            <a:ext cx="2963453" cy="1135810"/>
          </a:xfrm>
          <a:prstGeom prst="curvedConnector3">
            <a:avLst>
              <a:gd name="adj1" fmla="val 50000"/>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urved Connector 15">
            <a:extLst>
              <a:ext uri="{FF2B5EF4-FFF2-40B4-BE49-F238E27FC236}">
                <a16:creationId xmlns:a16="http://schemas.microsoft.com/office/drawing/2014/main" id="{BA30D876-1092-74B9-C276-3B683B8DE4BA}"/>
              </a:ext>
            </a:extLst>
          </p:cNvPr>
          <p:cNvCxnSpPr>
            <a:cxnSpLocks/>
            <a:stCxn id="7" idx="3"/>
            <a:endCxn id="8" idx="3"/>
          </p:cNvCxnSpPr>
          <p:nvPr/>
        </p:nvCxnSpPr>
        <p:spPr>
          <a:xfrm flipH="1">
            <a:off x="9904288" y="2602446"/>
            <a:ext cx="866453" cy="1426620"/>
          </a:xfrm>
          <a:prstGeom prst="curvedConnector3">
            <a:avLst>
              <a:gd name="adj1" fmla="val -26383"/>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urved Connector 19">
            <a:extLst>
              <a:ext uri="{FF2B5EF4-FFF2-40B4-BE49-F238E27FC236}">
                <a16:creationId xmlns:a16="http://schemas.microsoft.com/office/drawing/2014/main" id="{0EB35EFD-1C28-409D-5AF8-B9A8615012FC}"/>
              </a:ext>
            </a:extLst>
          </p:cNvPr>
          <p:cNvCxnSpPr>
            <a:cxnSpLocks/>
            <a:stCxn id="8" idx="2"/>
            <a:endCxn id="9" idx="0"/>
          </p:cNvCxnSpPr>
          <p:nvPr/>
        </p:nvCxnSpPr>
        <p:spPr>
          <a:xfrm rot="5400000">
            <a:off x="7702010" y="4148502"/>
            <a:ext cx="1283139" cy="1444376"/>
          </a:xfrm>
          <a:prstGeom prst="curvedConnector3">
            <a:avLst>
              <a:gd name="adj1" fmla="val 50000"/>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urved Connector 22">
            <a:extLst>
              <a:ext uri="{FF2B5EF4-FFF2-40B4-BE49-F238E27FC236}">
                <a16:creationId xmlns:a16="http://schemas.microsoft.com/office/drawing/2014/main" id="{8C7E92FF-6F09-2D26-F56B-1D8F3DCE3047}"/>
              </a:ext>
            </a:extLst>
          </p:cNvPr>
          <p:cNvCxnSpPr>
            <a:cxnSpLocks/>
            <a:stCxn id="9" idx="1"/>
            <a:endCxn id="10" idx="3"/>
          </p:cNvCxnSpPr>
          <p:nvPr/>
        </p:nvCxnSpPr>
        <p:spPr>
          <a:xfrm rot="10800000" flipH="1">
            <a:off x="5554251" y="3834323"/>
            <a:ext cx="1806541" cy="1877992"/>
          </a:xfrm>
          <a:prstGeom prst="curvedConnector5">
            <a:avLst>
              <a:gd name="adj1" fmla="val -12654"/>
              <a:gd name="adj2" fmla="val 50000"/>
              <a:gd name="adj3" fmla="val 112654"/>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urved Connector 25">
            <a:extLst>
              <a:ext uri="{FF2B5EF4-FFF2-40B4-BE49-F238E27FC236}">
                <a16:creationId xmlns:a16="http://schemas.microsoft.com/office/drawing/2014/main" id="{9B9319CF-6A59-9F51-5574-ACF1BE2937FB}"/>
              </a:ext>
            </a:extLst>
          </p:cNvPr>
          <p:cNvCxnSpPr>
            <a:cxnSpLocks/>
            <a:stCxn id="10" idx="1"/>
            <a:endCxn id="37" idx="3"/>
          </p:cNvCxnSpPr>
          <p:nvPr/>
        </p:nvCxnSpPr>
        <p:spPr>
          <a:xfrm rot="10800000">
            <a:off x="3873359" y="3275113"/>
            <a:ext cx="1222625" cy="559211"/>
          </a:xfrm>
          <a:prstGeom prst="curvedConnector3">
            <a:avLst>
              <a:gd name="adj1" fmla="val 50000"/>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C40472F2-DD20-AFF1-F4A0-156B27C3EB0C}"/>
              </a:ext>
            </a:extLst>
          </p:cNvPr>
          <p:cNvSpPr txBox="1"/>
          <p:nvPr/>
        </p:nvSpPr>
        <p:spPr>
          <a:xfrm>
            <a:off x="2035354" y="3075057"/>
            <a:ext cx="1838004" cy="400110"/>
          </a:xfrm>
          <a:prstGeom prst="rect">
            <a:avLst/>
          </a:prstGeom>
          <a:noFill/>
        </p:spPr>
        <p:txBody>
          <a:bodyPr wrap="square" rtlCol="0">
            <a:spAutoFit/>
          </a:bodyPr>
          <a:lstStyle/>
          <a:p>
            <a:r>
              <a:rPr lang="en-US" sz="2000" dirty="0">
                <a:solidFill>
                  <a:schemeClr val="bg1"/>
                </a:solidFill>
                <a:latin typeface="Excalifont" pitchFamily="2" charset="0"/>
              </a:rPr>
              <a:t>6. Mer </a:t>
            </a:r>
            <a:r>
              <a:rPr lang="en-US" sz="2000" dirty="0" err="1">
                <a:solidFill>
                  <a:schemeClr val="bg1"/>
                </a:solidFill>
                <a:latin typeface="Excalifont" pitchFamily="2" charset="0"/>
              </a:rPr>
              <a:t>panikk</a:t>
            </a:r>
            <a:endParaRPr lang="en-NO" sz="2000" dirty="0">
              <a:solidFill>
                <a:schemeClr val="bg1"/>
              </a:solidFill>
              <a:latin typeface="Excalifont" pitchFamily="2" charset="0"/>
            </a:endParaRPr>
          </a:p>
        </p:txBody>
      </p:sp>
      <p:cxnSp>
        <p:nvCxnSpPr>
          <p:cNvPr id="40" name="Curved Connector 39">
            <a:extLst>
              <a:ext uri="{FF2B5EF4-FFF2-40B4-BE49-F238E27FC236}">
                <a16:creationId xmlns:a16="http://schemas.microsoft.com/office/drawing/2014/main" id="{0F5D9C7C-AB87-6493-AB58-8B55A7131702}"/>
              </a:ext>
            </a:extLst>
          </p:cNvPr>
          <p:cNvCxnSpPr>
            <a:cxnSpLocks/>
            <a:stCxn id="37" idx="1"/>
            <a:endCxn id="11" idx="0"/>
          </p:cNvCxnSpPr>
          <p:nvPr/>
        </p:nvCxnSpPr>
        <p:spPr>
          <a:xfrm rot="10800000" flipH="1" flipV="1">
            <a:off x="2035353" y="3275112"/>
            <a:ext cx="652729" cy="1716142"/>
          </a:xfrm>
          <a:prstGeom prst="curvedConnector4">
            <a:avLst>
              <a:gd name="adj1" fmla="val -35022"/>
              <a:gd name="adj2" fmla="val 55829"/>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9769050"/>
      </p:ext>
    </p:extLst>
  </p:cSld>
  <p:clrMapOvr>
    <a:masterClrMapping/>
  </p:clrMapOvr>
</p:sld>
</file>

<file path=ppt/theme/theme1.xml><?xml version="1.0" encoding="utf-8"?>
<a:theme xmlns:a="http://schemas.openxmlformats.org/drawingml/2006/main" name="Office-tema">
  <a:themeElements>
    <a:clrScheme name="bspoke profilfarger">
      <a:dk1>
        <a:srgbClr val="000000"/>
      </a:dk1>
      <a:lt1>
        <a:srgbClr val="FFFFFF"/>
      </a:lt1>
      <a:dk2>
        <a:srgbClr val="D9B450"/>
      </a:dk2>
      <a:lt2>
        <a:srgbClr val="D9B450"/>
      </a:lt2>
      <a:accent1>
        <a:srgbClr val="D9B450"/>
      </a:accent1>
      <a:accent2>
        <a:srgbClr val="D9B450"/>
      </a:accent2>
      <a:accent3>
        <a:srgbClr val="D9B450"/>
      </a:accent3>
      <a:accent4>
        <a:srgbClr val="D9B450"/>
      </a:accent4>
      <a:accent5>
        <a:srgbClr val="000000"/>
      </a:accent5>
      <a:accent6>
        <a:srgbClr val="000000"/>
      </a:accent6>
      <a:hlink>
        <a:srgbClr val="D9B450"/>
      </a:hlink>
      <a:folHlink>
        <a:srgbClr val="D9B45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5DE3605B7B9F434BBDA934DCC556B785" ma:contentTypeVersion="18" ma:contentTypeDescription="Opprett et nytt dokument." ma:contentTypeScope="" ma:versionID="5f0b91e4559282d7870f4ab4f1b0144f">
  <xsd:schema xmlns:xsd="http://www.w3.org/2001/XMLSchema" xmlns:xs="http://www.w3.org/2001/XMLSchema" xmlns:p="http://schemas.microsoft.com/office/2006/metadata/properties" xmlns:ns2="a983da13-3692-4a88-b554-76bffb2de5fe" xmlns:ns3="d3a638b9-685f-44f2-8b5a-27de8c96cd38" targetNamespace="http://schemas.microsoft.com/office/2006/metadata/properties" ma:root="true" ma:fieldsID="5f9bba8674004b4b10bbf48114362a6a" ns2:_="" ns3:_="">
    <xsd:import namespace="a983da13-3692-4a88-b554-76bffb2de5fe"/>
    <xsd:import namespace="d3a638b9-685f-44f2-8b5a-27de8c96cd3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DateTaken" minOccurs="0"/>
                <xsd:element ref="ns3:MediaServiceOCR"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983da13-3692-4a88-b554-76bffb2de5fe" elementFormDefault="qualified">
    <xsd:import namespace="http://schemas.microsoft.com/office/2006/documentManagement/types"/>
    <xsd:import namespace="http://schemas.microsoft.com/office/infopath/2007/PartnerControls"/>
    <xsd:element name="SharedWithUsers" ma:index="8" nillable="true" ma:displayName="Delt med"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lingsdetaljer" ma:description="" ma:internalName="SharedWithDetails" ma:readOnly="true">
      <xsd:simpleType>
        <xsd:restriction base="dms:Note">
          <xsd:maxLength value="255"/>
        </xsd:restriction>
      </xsd:simpleType>
    </xsd:element>
    <xsd:element name="TaxCatchAll" ma:index="23" nillable="true" ma:displayName="Taxonomy Catch All Column" ma:hidden="true" ma:list="{5d9e90c1-803f-4fba-a880-9a65ea455531}" ma:internalName="TaxCatchAll" ma:showField="CatchAllData" ma:web="a983da13-3692-4a88-b554-76bffb2de5f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3a638b9-685f-44f2-8b5a-27de8c96cd38"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Location" ma:index="15"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Bildemerkelapper" ma:readOnly="false" ma:fieldId="{5cf76f15-5ced-4ddc-b409-7134ff3c332f}" ma:taxonomyMulti="true" ma:sspId="f0de3b9c-f12d-402a-9f22-c75001d9fa9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3a638b9-685f-44f2-8b5a-27de8c96cd38">
      <Terms xmlns="http://schemas.microsoft.com/office/infopath/2007/PartnerControls"/>
    </lcf76f155ced4ddcb4097134ff3c332f>
    <TaxCatchAll xmlns="a983da13-3692-4a88-b554-76bffb2de5fe" xsi:nil="true"/>
    <SharedWithUsers xmlns="a983da13-3692-4a88-b554-76bffb2de5fe">
      <UserInfo>
        <DisplayName>Emil Moe</DisplayName>
        <AccountId>662</AccountId>
        <AccountType/>
      </UserInfo>
    </SharedWithUsers>
  </documentManagement>
</p:properties>
</file>

<file path=customXml/itemProps1.xml><?xml version="1.0" encoding="utf-8"?>
<ds:datastoreItem xmlns:ds="http://schemas.openxmlformats.org/officeDocument/2006/customXml" ds:itemID="{02BAB761-E833-40ED-9468-B650946482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983da13-3692-4a88-b554-76bffb2de5fe"/>
    <ds:schemaRef ds:uri="d3a638b9-685f-44f2-8b5a-27de8c96cd3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65B10F6-99FF-4F38-B98D-5CB5EA0CCE02}">
  <ds:schemaRefs>
    <ds:schemaRef ds:uri="http://schemas.microsoft.com/sharepoint/v3/contenttype/forms"/>
  </ds:schemaRefs>
</ds:datastoreItem>
</file>

<file path=customXml/itemProps3.xml><?xml version="1.0" encoding="utf-8"?>
<ds:datastoreItem xmlns:ds="http://schemas.openxmlformats.org/officeDocument/2006/customXml" ds:itemID="{D22B98D8-3360-41C4-83A3-037987C14A60}">
  <ds:schemaRefs>
    <ds:schemaRef ds:uri="http://purl.org/dc/elements/1.1/"/>
    <ds:schemaRef ds:uri="http://schemas.microsoft.com/office/infopath/2007/PartnerControls"/>
    <ds:schemaRef ds:uri="http://schemas.openxmlformats.org/package/2006/metadata/core-properties"/>
    <ds:schemaRef ds:uri="http://schemas.microsoft.com/office/2006/documentManagement/types"/>
    <ds:schemaRef ds:uri="a983da13-3692-4a88-b554-76bffb2de5fe"/>
    <ds:schemaRef ds:uri="http://purl.org/dc/dcmitype/"/>
    <ds:schemaRef ds:uri="http://purl.org/dc/terms/"/>
    <ds:schemaRef ds:uri="d3a638b9-685f-44f2-8b5a-27de8c96cd38"/>
    <ds:schemaRef ds:uri="http://schemas.microsoft.com/office/2006/metadata/properties"/>
    <ds:schemaRef ds:uri="http://www.w3.org/XML/1998/namespace"/>
  </ds:schemaRefs>
</ds:datastoreItem>
</file>

<file path=docMetadata/LabelInfo.xml><?xml version="1.0" encoding="utf-8"?>
<clbl:labelList xmlns:clbl="http://schemas.microsoft.com/office/2020/mipLabelMetadata">
  <clbl:label id="{fdcfa080-6ae7-4f2c-9959-806b60f13140}" enabled="1" method="Standard" siteId="{024ef3b2-83e7-47cc-9967-3df991268b98}" removed="0"/>
</clbl:labelList>
</file>

<file path=docProps/app.xml><?xml version="1.0" encoding="utf-8"?>
<Properties xmlns="http://schemas.openxmlformats.org/officeDocument/2006/extended-properties" xmlns:vt="http://schemas.openxmlformats.org/officeDocument/2006/docPropsVTypes">
  <TotalTime>478</TotalTime>
  <Words>804</Words>
  <Application>Microsoft Macintosh PowerPoint</Application>
  <PresentationFormat>Widescreen</PresentationFormat>
  <Paragraphs>79</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Arial</vt:lpstr>
      <vt:lpstr>Calibri</vt:lpstr>
      <vt:lpstr>Encode Sans</vt:lpstr>
      <vt:lpstr>Encode Sans SemiBold</vt:lpstr>
      <vt:lpstr>Excalifont</vt:lpstr>
      <vt:lpstr>Office-tema</vt:lpstr>
      <vt:lpstr>Hvordan lage og gi en presentasjon</vt:lpstr>
      <vt:lpstr>Hvordan finner du noe å snakke om?</vt:lpstr>
      <vt:lpstr>Hvordan finner du noe å snakke om?</vt:lpstr>
      <vt:lpstr>Hvordan finner du noe å snakke om?</vt:lpstr>
      <vt:lpstr>Hvordan finner du noe å snakke om?</vt:lpstr>
      <vt:lpstr>Presentasjonstruktur™</vt:lpstr>
      <vt:lpstr>Presentasjonstruktur™</vt:lpstr>
      <vt:lpstr>Presentasjonstruktur™</vt:lpstr>
      <vt:lpstr>Presentasjonstruktur™</vt:lpstr>
      <vt:lpstr>Presentasjonstruktur™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PowerPoint-presentasjon</dc:title>
  <dc:creator>Cecilie  Øverli</dc:creator>
  <cp:lastModifiedBy>John Mikael Lindbakk</cp:lastModifiedBy>
  <cp:revision>12</cp:revision>
  <dcterms:created xsi:type="dcterms:W3CDTF">2022-09-13T14:09:58Z</dcterms:created>
  <dcterms:modified xsi:type="dcterms:W3CDTF">2026-02-09T17:54:41Z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xd_ProgID">
    <vt:lpwstr/>
  </property>
  <property fmtid="{D5CDD505-2E9C-101B-9397-08002B2CF9AE}" pid="3" name="MediaServiceImageTags">
    <vt:lpwstr/>
  </property>
  <property fmtid="{D5CDD505-2E9C-101B-9397-08002B2CF9AE}" pid="4" name="ContentTypeId">
    <vt:lpwstr>0x0101005DE3605B7B9F434BBDA934DCC556B785</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